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  <p:sldId id="264" r:id="rId10"/>
    <p:sldId id="26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C71CD-5EB5-4D6D-8FD2-5562460A04EA}" v="218" dt="2025-01-21T13:13:45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Bennett" userId="6ce6a2ea-00ce-4296-a45e-b1bdc5833c93" providerId="ADAL" clId="{9B2C71CD-5EB5-4D6D-8FD2-5562460A04EA}"/>
    <pc:docChg chg="undo custSel addSld delSld modSld sldOrd addMainMaster delMainMaster">
      <pc:chgData name="Daniel Bennett" userId="6ce6a2ea-00ce-4296-a45e-b1bdc5833c93" providerId="ADAL" clId="{9B2C71CD-5EB5-4D6D-8FD2-5562460A04EA}" dt="2025-01-21T13:14:20.887" v="3143" actId="113"/>
      <pc:docMkLst>
        <pc:docMk/>
      </pc:docMkLst>
      <pc:sldChg chg="addSp delSp modSp mod setBg modClrScheme addAnim delAnim chgLayout">
        <pc:chgData name="Daniel Bennett" userId="6ce6a2ea-00ce-4296-a45e-b1bdc5833c93" providerId="ADAL" clId="{9B2C71CD-5EB5-4D6D-8FD2-5562460A04EA}" dt="2025-01-21T12:38:42.651" v="80" actId="1076"/>
        <pc:sldMkLst>
          <pc:docMk/>
          <pc:sldMk cId="2468771718" sldId="256"/>
        </pc:sldMkLst>
        <pc:spChg chg="mod">
          <ac:chgData name="Daniel Bennett" userId="6ce6a2ea-00ce-4296-a45e-b1bdc5833c93" providerId="ADAL" clId="{9B2C71CD-5EB5-4D6D-8FD2-5562460A04EA}" dt="2025-01-21T12:38:37.529" v="75" actId="1076"/>
          <ac:spMkLst>
            <pc:docMk/>
            <pc:sldMk cId="2468771718" sldId="256"/>
            <ac:spMk id="2" creationId="{CB77F9FF-BB58-EA75-E9A7-76B602B387D2}"/>
          </ac:spMkLst>
        </pc:spChg>
        <pc:spChg chg="del">
          <ac:chgData name="Daniel Bennett" userId="6ce6a2ea-00ce-4296-a45e-b1bdc5833c93" providerId="ADAL" clId="{9B2C71CD-5EB5-4D6D-8FD2-5562460A04EA}" dt="2025-01-21T12:33:37.869" v="0" actId="478"/>
          <ac:spMkLst>
            <pc:docMk/>
            <pc:sldMk cId="2468771718" sldId="256"/>
            <ac:spMk id="3" creationId="{B0BD4CDB-C701-8C55-072A-AD4DF5A2131D}"/>
          </ac:spMkLst>
        </pc:spChg>
        <pc:spChg chg="add del">
          <ac:chgData name="Daniel Bennett" userId="6ce6a2ea-00ce-4296-a45e-b1bdc5833c93" providerId="ADAL" clId="{9B2C71CD-5EB5-4D6D-8FD2-5562460A04EA}" dt="2025-01-21T12:38:20.567" v="53" actId="26606"/>
          <ac:spMkLst>
            <pc:docMk/>
            <pc:sldMk cId="2468771718" sldId="256"/>
            <ac:spMk id="8" creationId="{3A352D1D-4A63-48A8-8335-5B3A8BECEF3C}"/>
          </ac:spMkLst>
        </pc:spChg>
        <pc:spChg chg="add del">
          <ac:chgData name="Daniel Bennett" userId="6ce6a2ea-00ce-4296-a45e-b1bdc5833c93" providerId="ADAL" clId="{9B2C71CD-5EB5-4D6D-8FD2-5562460A04EA}" dt="2025-01-21T12:38:20.567" v="53" actId="26606"/>
          <ac:spMkLst>
            <pc:docMk/>
            <pc:sldMk cId="2468771718" sldId="256"/>
            <ac:spMk id="10" creationId="{A447B5DB-9895-4F80-B037-1DC074A90CE1}"/>
          </ac:spMkLst>
        </pc:spChg>
        <pc:spChg chg="add del">
          <ac:chgData name="Daniel Bennett" userId="6ce6a2ea-00ce-4296-a45e-b1bdc5833c93" providerId="ADAL" clId="{9B2C71CD-5EB5-4D6D-8FD2-5562460A04EA}" dt="2025-01-21T12:38:20.567" v="53" actId="26606"/>
          <ac:spMkLst>
            <pc:docMk/>
            <pc:sldMk cId="2468771718" sldId="256"/>
            <ac:spMk id="12" creationId="{0CA5747C-8A92-4D00-89F4-4223A1B283D4}"/>
          </ac:spMkLst>
        </pc:spChg>
        <pc:spChg chg="add del">
          <ac:chgData name="Daniel Bennett" userId="6ce6a2ea-00ce-4296-a45e-b1bdc5833c93" providerId="ADAL" clId="{9B2C71CD-5EB5-4D6D-8FD2-5562460A04EA}" dt="2025-01-21T12:38:20.567" v="53" actId="26606"/>
          <ac:spMkLst>
            <pc:docMk/>
            <pc:sldMk cId="2468771718" sldId="256"/>
            <ac:spMk id="14" creationId="{5163BA8B-9A73-44EA-9FA4-BD1D04E89FC6}"/>
          </ac:spMkLst>
        </pc:spChg>
        <pc:grpChg chg="add del">
          <ac:chgData name="Daniel Bennett" userId="6ce6a2ea-00ce-4296-a45e-b1bdc5833c93" providerId="ADAL" clId="{9B2C71CD-5EB5-4D6D-8FD2-5562460A04EA}" dt="2025-01-21T12:38:20.567" v="53" actId="26606"/>
          <ac:grpSpMkLst>
            <pc:docMk/>
            <pc:sldMk cId="2468771718" sldId="256"/>
            <ac:grpSpMk id="16" creationId="{1F91EA59-6DC9-4DBE-A695-5C34F3589C77}"/>
          </ac:grpSpMkLst>
        </pc:grpChg>
        <pc:picChg chg="add del">
          <ac:chgData name="Daniel Bennett" userId="6ce6a2ea-00ce-4296-a45e-b1bdc5833c93" providerId="ADAL" clId="{9B2C71CD-5EB5-4D6D-8FD2-5562460A04EA}" dt="2025-01-21T12:38:20.567" v="53" actId="26606"/>
          <ac:picMkLst>
            <pc:docMk/>
            <pc:sldMk cId="2468771718" sldId="256"/>
            <ac:picMk id="4" creationId="{F81539D1-4DB2-1F4A-7A9D-BCF268348E53}"/>
          </ac:picMkLst>
        </pc:picChg>
        <pc:picChg chg="add mod">
          <ac:chgData name="Daniel Bennett" userId="6ce6a2ea-00ce-4296-a45e-b1bdc5833c93" providerId="ADAL" clId="{9B2C71CD-5EB5-4D6D-8FD2-5562460A04EA}" dt="2025-01-21T12:38:42.651" v="80" actId="1076"/>
          <ac:picMkLst>
            <pc:docMk/>
            <pc:sldMk cId="2468771718" sldId="256"/>
            <ac:picMk id="6" creationId="{8A444EEE-FB69-B91A-7D71-4565A1A75EC9}"/>
          </ac:picMkLst>
        </pc:picChg>
      </pc:sldChg>
      <pc:sldChg chg="addSp delSp modSp new mod">
        <pc:chgData name="Daniel Bennett" userId="6ce6a2ea-00ce-4296-a45e-b1bdc5833c93" providerId="ADAL" clId="{9B2C71CD-5EB5-4D6D-8FD2-5562460A04EA}" dt="2025-01-21T12:39:16.909" v="86" actId="962"/>
        <pc:sldMkLst>
          <pc:docMk/>
          <pc:sldMk cId="968606759" sldId="257"/>
        </pc:sldMkLst>
        <pc:spChg chg="del">
          <ac:chgData name="Daniel Bennett" userId="6ce6a2ea-00ce-4296-a45e-b1bdc5833c93" providerId="ADAL" clId="{9B2C71CD-5EB5-4D6D-8FD2-5562460A04EA}" dt="2025-01-21T12:39:15.846" v="83" actId="478"/>
          <ac:spMkLst>
            <pc:docMk/>
            <pc:sldMk cId="968606759" sldId="257"/>
            <ac:spMk id="2" creationId="{3AF60241-862A-367A-6C24-6DE19A4EDE29}"/>
          </ac:spMkLst>
        </pc:spChg>
        <pc:spChg chg="del">
          <ac:chgData name="Daniel Bennett" userId="6ce6a2ea-00ce-4296-a45e-b1bdc5833c93" providerId="ADAL" clId="{9B2C71CD-5EB5-4D6D-8FD2-5562460A04EA}" dt="2025-01-21T12:39:14.021" v="82" actId="478"/>
          <ac:spMkLst>
            <pc:docMk/>
            <pc:sldMk cId="968606759" sldId="257"/>
            <ac:spMk id="3" creationId="{57139A28-98C8-789F-2059-27D94B171265}"/>
          </ac:spMkLst>
        </pc:spChg>
        <pc:picChg chg="add mod">
          <ac:chgData name="Daniel Bennett" userId="6ce6a2ea-00ce-4296-a45e-b1bdc5833c93" providerId="ADAL" clId="{9B2C71CD-5EB5-4D6D-8FD2-5562460A04EA}" dt="2025-01-21T12:39:16.909" v="86" actId="962"/>
          <ac:picMkLst>
            <pc:docMk/>
            <pc:sldMk cId="968606759" sldId="257"/>
            <ac:picMk id="5" creationId="{3F219B8F-A4E6-16E6-CF4D-62CCAFD44DA6}"/>
          </ac:picMkLst>
        </pc:picChg>
      </pc:sldChg>
      <pc:sldChg chg="new del">
        <pc:chgData name="Daniel Bennett" userId="6ce6a2ea-00ce-4296-a45e-b1bdc5833c93" providerId="ADAL" clId="{9B2C71CD-5EB5-4D6D-8FD2-5562460A04EA}" dt="2025-01-21T12:38:20.253" v="52" actId="680"/>
        <pc:sldMkLst>
          <pc:docMk/>
          <pc:sldMk cId="1197166224" sldId="257"/>
        </pc:sldMkLst>
      </pc:sldChg>
      <pc:sldChg chg="addSp delSp modSp add mod">
        <pc:chgData name="Daniel Bennett" userId="6ce6a2ea-00ce-4296-a45e-b1bdc5833c93" providerId="ADAL" clId="{9B2C71CD-5EB5-4D6D-8FD2-5562460A04EA}" dt="2025-01-21T12:43:23.697" v="415" actId="1076"/>
        <pc:sldMkLst>
          <pc:docMk/>
          <pc:sldMk cId="743577315" sldId="258"/>
        </pc:sldMkLst>
        <pc:spChg chg="add mod">
          <ac:chgData name="Daniel Bennett" userId="6ce6a2ea-00ce-4296-a45e-b1bdc5833c93" providerId="ADAL" clId="{9B2C71CD-5EB5-4D6D-8FD2-5562460A04EA}" dt="2025-01-21T12:43:23.697" v="415" actId="1076"/>
          <ac:spMkLst>
            <pc:docMk/>
            <pc:sldMk cId="743577315" sldId="258"/>
            <ac:spMk id="2" creationId="{EFF6105F-F4FE-1A88-731E-10261CC4BAD4}"/>
          </ac:spMkLst>
        </pc:spChg>
        <pc:picChg chg="del">
          <ac:chgData name="Daniel Bennett" userId="6ce6a2ea-00ce-4296-a45e-b1bdc5833c93" providerId="ADAL" clId="{9B2C71CD-5EB5-4D6D-8FD2-5562460A04EA}" dt="2025-01-21T12:39:22.061" v="88" actId="478"/>
          <ac:picMkLst>
            <pc:docMk/>
            <pc:sldMk cId="743577315" sldId="258"/>
            <ac:picMk id="5" creationId="{65BC8B88-1815-EEF4-9CB7-77E7925792AA}"/>
          </ac:picMkLst>
        </pc:picChg>
      </pc:sldChg>
      <pc:sldChg chg="addSp modSp add mod">
        <pc:chgData name="Daniel Bennett" userId="6ce6a2ea-00ce-4296-a45e-b1bdc5833c93" providerId="ADAL" clId="{9B2C71CD-5EB5-4D6D-8FD2-5562460A04EA}" dt="2025-01-21T12:47:09.617" v="782" actId="20577"/>
        <pc:sldMkLst>
          <pc:docMk/>
          <pc:sldMk cId="287738956" sldId="259"/>
        </pc:sldMkLst>
        <pc:spChg chg="mod">
          <ac:chgData name="Daniel Bennett" userId="6ce6a2ea-00ce-4296-a45e-b1bdc5833c93" providerId="ADAL" clId="{9B2C71CD-5EB5-4D6D-8FD2-5562460A04EA}" dt="2025-01-21T12:43:38.967" v="419" actId="1076"/>
          <ac:spMkLst>
            <pc:docMk/>
            <pc:sldMk cId="287738956" sldId="259"/>
            <ac:spMk id="2" creationId="{B092478B-E83C-0628-2E68-7BE34985DAED}"/>
          </ac:spMkLst>
        </pc:spChg>
        <pc:spChg chg="add mod">
          <ac:chgData name="Daniel Bennett" userId="6ce6a2ea-00ce-4296-a45e-b1bdc5833c93" providerId="ADAL" clId="{9B2C71CD-5EB5-4D6D-8FD2-5562460A04EA}" dt="2025-01-21T12:47:09.617" v="782" actId="20577"/>
          <ac:spMkLst>
            <pc:docMk/>
            <pc:sldMk cId="287738956" sldId="259"/>
            <ac:spMk id="3" creationId="{A4F2ABB3-F901-2D6D-DFA7-4DE01BB4B4B4}"/>
          </ac:spMkLst>
        </pc:spChg>
      </pc:sldChg>
      <pc:sldChg chg="addSp delSp modSp add mod ord">
        <pc:chgData name="Daniel Bennett" userId="6ce6a2ea-00ce-4296-a45e-b1bdc5833c93" providerId="ADAL" clId="{9B2C71CD-5EB5-4D6D-8FD2-5562460A04EA}" dt="2025-01-21T13:06:40.803" v="2179" actId="1076"/>
        <pc:sldMkLst>
          <pc:docMk/>
          <pc:sldMk cId="4154828370" sldId="260"/>
        </pc:sldMkLst>
        <pc:spChg chg="del mod">
          <ac:chgData name="Daniel Bennett" userId="6ce6a2ea-00ce-4296-a45e-b1bdc5833c93" providerId="ADAL" clId="{9B2C71CD-5EB5-4D6D-8FD2-5562460A04EA}" dt="2025-01-21T13:06:33.984" v="2176" actId="478"/>
          <ac:spMkLst>
            <pc:docMk/>
            <pc:sldMk cId="4154828370" sldId="260"/>
            <ac:spMk id="2" creationId="{68BBE8E8-8135-FB39-601D-2F3C218BA598}"/>
          </ac:spMkLst>
        </pc:spChg>
        <pc:spChg chg="mod">
          <ac:chgData name="Daniel Bennett" userId="6ce6a2ea-00ce-4296-a45e-b1bdc5833c93" providerId="ADAL" clId="{9B2C71CD-5EB5-4D6D-8FD2-5562460A04EA}" dt="2025-01-21T13:06:40.803" v="2179" actId="1076"/>
          <ac:spMkLst>
            <pc:docMk/>
            <pc:sldMk cId="4154828370" sldId="260"/>
            <ac:spMk id="3" creationId="{CD01F7CE-AA25-736F-9487-469127D4E2ED}"/>
          </ac:spMkLst>
        </pc:spChg>
        <pc:spChg chg="add mod">
          <ac:chgData name="Daniel Bennett" userId="6ce6a2ea-00ce-4296-a45e-b1bdc5833c93" providerId="ADAL" clId="{9B2C71CD-5EB5-4D6D-8FD2-5562460A04EA}" dt="2025-01-21T12:48:38.015" v="858" actId="14100"/>
          <ac:spMkLst>
            <pc:docMk/>
            <pc:sldMk cId="4154828370" sldId="260"/>
            <ac:spMk id="7" creationId="{011EF7A4-D548-8B6C-0000-8494B4DEF300}"/>
          </ac:spMkLst>
        </pc:spChg>
        <pc:picChg chg="add mod">
          <ac:chgData name="Daniel Bennett" userId="6ce6a2ea-00ce-4296-a45e-b1bdc5833c93" providerId="ADAL" clId="{9B2C71CD-5EB5-4D6D-8FD2-5562460A04EA}" dt="2025-01-21T12:48:34.915" v="856" actId="14100"/>
          <ac:picMkLst>
            <pc:docMk/>
            <pc:sldMk cId="4154828370" sldId="260"/>
            <ac:picMk id="5" creationId="{A8A2FC42-08F1-1266-FD73-B922C5DF1648}"/>
          </ac:picMkLst>
        </pc:picChg>
        <pc:picChg chg="add mod">
          <ac:chgData name="Daniel Bennett" userId="6ce6a2ea-00ce-4296-a45e-b1bdc5833c93" providerId="ADAL" clId="{9B2C71CD-5EB5-4D6D-8FD2-5562460A04EA}" dt="2025-01-21T12:49:33.261" v="861" actId="1076"/>
          <ac:picMkLst>
            <pc:docMk/>
            <pc:sldMk cId="4154828370" sldId="260"/>
            <ac:picMk id="9" creationId="{85DE1582-DE83-3D8F-D576-3729BF54ABAB}"/>
          </ac:picMkLst>
        </pc:picChg>
        <pc:picChg chg="add mod">
          <ac:chgData name="Daniel Bennett" userId="6ce6a2ea-00ce-4296-a45e-b1bdc5833c93" providerId="ADAL" clId="{9B2C71CD-5EB5-4D6D-8FD2-5562460A04EA}" dt="2025-01-21T12:50:01.718" v="864" actId="1076"/>
          <ac:picMkLst>
            <pc:docMk/>
            <pc:sldMk cId="4154828370" sldId="260"/>
            <ac:picMk id="11" creationId="{03DD1D1A-9F52-F689-0055-91EF855B7A24}"/>
          </ac:picMkLst>
        </pc:picChg>
        <pc:picChg chg="add mod">
          <ac:chgData name="Daniel Bennett" userId="6ce6a2ea-00ce-4296-a45e-b1bdc5833c93" providerId="ADAL" clId="{9B2C71CD-5EB5-4D6D-8FD2-5562460A04EA}" dt="2025-01-21T12:51:17.910" v="867" actId="1076"/>
          <ac:picMkLst>
            <pc:docMk/>
            <pc:sldMk cId="4154828370" sldId="260"/>
            <ac:picMk id="13" creationId="{DBC7E47E-3975-54AC-47A8-D11A3193C8F7}"/>
          </ac:picMkLst>
        </pc:picChg>
      </pc:sldChg>
      <pc:sldChg chg="addSp delSp modSp add mod">
        <pc:chgData name="Daniel Bennett" userId="6ce6a2ea-00ce-4296-a45e-b1bdc5833c93" providerId="ADAL" clId="{9B2C71CD-5EB5-4D6D-8FD2-5562460A04EA}" dt="2025-01-21T12:56:36.334" v="1438" actId="1076"/>
        <pc:sldMkLst>
          <pc:docMk/>
          <pc:sldMk cId="1409893651" sldId="261"/>
        </pc:sldMkLst>
        <pc:spChg chg="del">
          <ac:chgData name="Daniel Bennett" userId="6ce6a2ea-00ce-4296-a45e-b1bdc5833c93" providerId="ADAL" clId="{9B2C71CD-5EB5-4D6D-8FD2-5562460A04EA}" dt="2025-01-21T12:51:25.798" v="869" actId="478"/>
          <ac:spMkLst>
            <pc:docMk/>
            <pc:sldMk cId="1409893651" sldId="261"/>
            <ac:spMk id="2" creationId="{03C1E2C6-6D2C-EE85-B766-BC34CE11A588}"/>
          </ac:spMkLst>
        </pc:spChg>
        <pc:spChg chg="del">
          <ac:chgData name="Daniel Bennett" userId="6ce6a2ea-00ce-4296-a45e-b1bdc5833c93" providerId="ADAL" clId="{9B2C71CD-5EB5-4D6D-8FD2-5562460A04EA}" dt="2025-01-21T12:51:25.798" v="869" actId="478"/>
          <ac:spMkLst>
            <pc:docMk/>
            <pc:sldMk cId="1409893651" sldId="261"/>
            <ac:spMk id="3" creationId="{728D7447-F588-23DF-174A-5C135AFF8783}"/>
          </ac:spMkLst>
        </pc:spChg>
        <pc:spChg chg="add mod">
          <ac:chgData name="Daniel Bennett" userId="6ce6a2ea-00ce-4296-a45e-b1bdc5833c93" providerId="ADAL" clId="{9B2C71CD-5EB5-4D6D-8FD2-5562460A04EA}" dt="2025-01-21T12:55:29.449" v="1317" actId="20577"/>
          <ac:spMkLst>
            <pc:docMk/>
            <pc:sldMk cId="1409893651" sldId="261"/>
            <ac:spMk id="4" creationId="{E60427BA-48EF-6FAC-98DD-D16327BA4000}"/>
          </ac:spMkLst>
        </pc:spChg>
        <pc:spChg chg="add mod">
          <ac:chgData name="Daniel Bennett" userId="6ce6a2ea-00ce-4296-a45e-b1bdc5833c93" providerId="ADAL" clId="{9B2C71CD-5EB5-4D6D-8FD2-5562460A04EA}" dt="2025-01-21T12:55:35.622" v="1318" actId="1076"/>
          <ac:spMkLst>
            <pc:docMk/>
            <pc:sldMk cId="1409893651" sldId="261"/>
            <ac:spMk id="6" creationId="{D870C859-C9AE-9A11-1BA0-6A1EB3EDC48E}"/>
          </ac:spMkLst>
        </pc:spChg>
        <pc:spChg chg="del">
          <ac:chgData name="Daniel Bennett" userId="6ce6a2ea-00ce-4296-a45e-b1bdc5833c93" providerId="ADAL" clId="{9B2C71CD-5EB5-4D6D-8FD2-5562460A04EA}" dt="2025-01-21T12:51:25.798" v="869" actId="478"/>
          <ac:spMkLst>
            <pc:docMk/>
            <pc:sldMk cId="1409893651" sldId="261"/>
            <ac:spMk id="7" creationId="{35027347-662B-032C-A7E0-021D5BDF80D4}"/>
          </ac:spMkLst>
        </pc:spChg>
        <pc:spChg chg="add mod">
          <ac:chgData name="Daniel Bennett" userId="6ce6a2ea-00ce-4296-a45e-b1bdc5833c93" providerId="ADAL" clId="{9B2C71CD-5EB5-4D6D-8FD2-5562460A04EA}" dt="2025-01-21T12:55:35.622" v="1318" actId="1076"/>
          <ac:spMkLst>
            <pc:docMk/>
            <pc:sldMk cId="1409893651" sldId="261"/>
            <ac:spMk id="8" creationId="{3551DB12-D019-7501-7AD7-2FF4DACC9D16}"/>
          </ac:spMkLst>
        </pc:spChg>
        <pc:spChg chg="add mod">
          <ac:chgData name="Daniel Bennett" userId="6ce6a2ea-00ce-4296-a45e-b1bdc5833c93" providerId="ADAL" clId="{9B2C71CD-5EB5-4D6D-8FD2-5562460A04EA}" dt="2025-01-21T12:52:27.237" v="908"/>
          <ac:spMkLst>
            <pc:docMk/>
            <pc:sldMk cId="1409893651" sldId="261"/>
            <ac:spMk id="10" creationId="{4DFB0F75-E024-0616-673F-8CDEA6E4ED1F}"/>
          </ac:spMkLst>
        </pc:spChg>
        <pc:spChg chg="add del mod">
          <ac:chgData name="Daniel Bennett" userId="6ce6a2ea-00ce-4296-a45e-b1bdc5833c93" providerId="ADAL" clId="{9B2C71CD-5EB5-4D6D-8FD2-5562460A04EA}" dt="2025-01-21T12:54:50.541" v="1219" actId="478"/>
          <ac:spMkLst>
            <pc:docMk/>
            <pc:sldMk cId="1409893651" sldId="261"/>
            <ac:spMk id="12" creationId="{AEDD1F0B-F891-9E88-71BB-9E93139B07A6}"/>
          </ac:spMkLst>
        </pc:spChg>
        <pc:spChg chg="add mod">
          <ac:chgData name="Daniel Bennett" userId="6ce6a2ea-00ce-4296-a45e-b1bdc5833c93" providerId="ADAL" clId="{9B2C71CD-5EB5-4D6D-8FD2-5562460A04EA}" dt="2025-01-21T12:56:36.334" v="1438" actId="1076"/>
          <ac:spMkLst>
            <pc:docMk/>
            <pc:sldMk cId="1409893651" sldId="261"/>
            <ac:spMk id="14" creationId="{888C524A-3CE3-E919-3DB2-F4CA78A42420}"/>
          </ac:spMkLst>
        </pc:spChg>
        <pc:picChg chg="del">
          <ac:chgData name="Daniel Bennett" userId="6ce6a2ea-00ce-4296-a45e-b1bdc5833c93" providerId="ADAL" clId="{9B2C71CD-5EB5-4D6D-8FD2-5562460A04EA}" dt="2025-01-21T12:51:25.798" v="869" actId="478"/>
          <ac:picMkLst>
            <pc:docMk/>
            <pc:sldMk cId="1409893651" sldId="261"/>
            <ac:picMk id="5" creationId="{6DA4DA71-6BAD-5168-A6E2-D53A55BF2819}"/>
          </ac:picMkLst>
        </pc:picChg>
        <pc:picChg chg="del">
          <ac:chgData name="Daniel Bennett" userId="6ce6a2ea-00ce-4296-a45e-b1bdc5833c93" providerId="ADAL" clId="{9B2C71CD-5EB5-4D6D-8FD2-5562460A04EA}" dt="2025-01-21T12:51:25.798" v="869" actId="478"/>
          <ac:picMkLst>
            <pc:docMk/>
            <pc:sldMk cId="1409893651" sldId="261"/>
            <ac:picMk id="9" creationId="{3E46D03C-A59B-2517-6663-0D048C47D8A4}"/>
          </ac:picMkLst>
        </pc:picChg>
        <pc:picChg chg="del">
          <ac:chgData name="Daniel Bennett" userId="6ce6a2ea-00ce-4296-a45e-b1bdc5833c93" providerId="ADAL" clId="{9B2C71CD-5EB5-4D6D-8FD2-5562460A04EA}" dt="2025-01-21T12:51:25.798" v="869" actId="478"/>
          <ac:picMkLst>
            <pc:docMk/>
            <pc:sldMk cId="1409893651" sldId="261"/>
            <ac:picMk id="11" creationId="{5879A341-A8BD-45FB-0D03-8D2ADBD30BCE}"/>
          </ac:picMkLst>
        </pc:picChg>
        <pc:picChg chg="del">
          <ac:chgData name="Daniel Bennett" userId="6ce6a2ea-00ce-4296-a45e-b1bdc5833c93" providerId="ADAL" clId="{9B2C71CD-5EB5-4D6D-8FD2-5562460A04EA}" dt="2025-01-21T12:51:25.798" v="869" actId="478"/>
          <ac:picMkLst>
            <pc:docMk/>
            <pc:sldMk cId="1409893651" sldId="261"/>
            <ac:picMk id="13" creationId="{EBE58E1D-5E49-0561-A519-BA6AC43561C6}"/>
          </ac:picMkLst>
        </pc:picChg>
      </pc:sldChg>
      <pc:sldChg chg="delSp modSp add mod modAnim">
        <pc:chgData name="Daniel Bennett" userId="6ce6a2ea-00ce-4296-a45e-b1bdc5833c93" providerId="ADAL" clId="{9B2C71CD-5EB5-4D6D-8FD2-5562460A04EA}" dt="2025-01-21T12:57:57.140" v="1474" actId="20577"/>
        <pc:sldMkLst>
          <pc:docMk/>
          <pc:sldMk cId="1569184168" sldId="262"/>
        </pc:sldMkLst>
        <pc:spChg chg="mod">
          <ac:chgData name="Daniel Bennett" userId="6ce6a2ea-00ce-4296-a45e-b1bdc5833c93" providerId="ADAL" clId="{9B2C71CD-5EB5-4D6D-8FD2-5562460A04EA}" dt="2025-01-21T12:57:57.140" v="1474" actId="20577"/>
          <ac:spMkLst>
            <pc:docMk/>
            <pc:sldMk cId="1569184168" sldId="262"/>
            <ac:spMk id="6" creationId="{80A48764-C765-08CB-7388-E30B96957246}"/>
          </ac:spMkLst>
        </pc:spChg>
        <pc:spChg chg="del">
          <ac:chgData name="Daniel Bennett" userId="6ce6a2ea-00ce-4296-a45e-b1bdc5833c93" providerId="ADAL" clId="{9B2C71CD-5EB5-4D6D-8FD2-5562460A04EA}" dt="2025-01-21T12:56:45.282" v="1439" actId="478"/>
          <ac:spMkLst>
            <pc:docMk/>
            <pc:sldMk cId="1569184168" sldId="262"/>
            <ac:spMk id="8" creationId="{E9EC9B64-9766-7EB4-6455-FFD868DBE411}"/>
          </ac:spMkLst>
        </pc:spChg>
        <pc:spChg chg="mod">
          <ac:chgData name="Daniel Bennett" userId="6ce6a2ea-00ce-4296-a45e-b1bdc5833c93" providerId="ADAL" clId="{9B2C71CD-5EB5-4D6D-8FD2-5562460A04EA}" dt="2025-01-21T12:56:53.861" v="1440" actId="1076"/>
          <ac:spMkLst>
            <pc:docMk/>
            <pc:sldMk cId="1569184168" sldId="262"/>
            <ac:spMk id="12" creationId="{BF3C9CB5-E3BB-73BC-078C-F16F6E7EFDC6}"/>
          </ac:spMkLst>
        </pc:spChg>
      </pc:sldChg>
      <pc:sldChg chg="addSp delSp modSp add mod">
        <pc:chgData name="Daniel Bennett" userId="6ce6a2ea-00ce-4296-a45e-b1bdc5833c93" providerId="ADAL" clId="{9B2C71CD-5EB5-4D6D-8FD2-5562460A04EA}" dt="2025-01-21T13:02:01.443" v="1638" actId="1076"/>
        <pc:sldMkLst>
          <pc:docMk/>
          <pc:sldMk cId="498836983" sldId="263"/>
        </pc:sldMkLst>
        <pc:spChg chg="mod">
          <ac:chgData name="Daniel Bennett" userId="6ce6a2ea-00ce-4296-a45e-b1bdc5833c93" providerId="ADAL" clId="{9B2C71CD-5EB5-4D6D-8FD2-5562460A04EA}" dt="2025-01-21T13:01:01.405" v="1628" actId="1076"/>
          <ac:spMkLst>
            <pc:docMk/>
            <pc:sldMk cId="498836983" sldId="263"/>
            <ac:spMk id="6" creationId="{D5F0C381-619F-3B26-8D1D-2F0E45BB4B77}"/>
          </ac:spMkLst>
        </pc:spChg>
        <pc:spChg chg="mod">
          <ac:chgData name="Daniel Bennett" userId="6ce6a2ea-00ce-4296-a45e-b1bdc5833c93" providerId="ADAL" clId="{9B2C71CD-5EB5-4D6D-8FD2-5562460A04EA}" dt="2025-01-21T13:01:53.367" v="1637" actId="14100"/>
          <ac:spMkLst>
            <pc:docMk/>
            <pc:sldMk cId="498836983" sldId="263"/>
            <ac:spMk id="12" creationId="{70D35CCE-A8B6-E26F-3BDE-61D66DE27EBE}"/>
          </ac:spMkLst>
        </pc:spChg>
        <pc:picChg chg="add del mod modCrop">
          <ac:chgData name="Daniel Bennett" userId="6ce6a2ea-00ce-4296-a45e-b1bdc5833c93" providerId="ADAL" clId="{9B2C71CD-5EB5-4D6D-8FD2-5562460A04EA}" dt="2025-01-21T13:01:27.490" v="1632" actId="478"/>
          <ac:picMkLst>
            <pc:docMk/>
            <pc:sldMk cId="498836983" sldId="263"/>
            <ac:picMk id="3" creationId="{A6F5FD90-6B7E-25F8-8EEA-A13E3AD42420}"/>
          </ac:picMkLst>
        </pc:picChg>
        <pc:picChg chg="add mod">
          <ac:chgData name="Daniel Bennett" userId="6ce6a2ea-00ce-4296-a45e-b1bdc5833c93" providerId="ADAL" clId="{9B2C71CD-5EB5-4D6D-8FD2-5562460A04EA}" dt="2025-01-21T13:02:01.443" v="1638" actId="1076"/>
          <ac:picMkLst>
            <pc:docMk/>
            <pc:sldMk cId="498836983" sldId="263"/>
            <ac:picMk id="7" creationId="{440E7788-FEE5-D264-2EF7-52584FF22AD4}"/>
          </ac:picMkLst>
        </pc:picChg>
      </pc:sldChg>
      <pc:sldChg chg="addSp delSp modSp new mod">
        <pc:chgData name="Daniel Bennett" userId="6ce6a2ea-00ce-4296-a45e-b1bdc5833c93" providerId="ADAL" clId="{9B2C71CD-5EB5-4D6D-8FD2-5562460A04EA}" dt="2025-01-21T13:07:11.559" v="2260" actId="20577"/>
        <pc:sldMkLst>
          <pc:docMk/>
          <pc:sldMk cId="1556650718" sldId="264"/>
        </pc:sldMkLst>
        <pc:spChg chg="del">
          <ac:chgData name="Daniel Bennett" userId="6ce6a2ea-00ce-4296-a45e-b1bdc5833c93" providerId="ADAL" clId="{9B2C71CD-5EB5-4D6D-8FD2-5562460A04EA}" dt="2025-01-21T13:02:25.744" v="1641" actId="478"/>
          <ac:spMkLst>
            <pc:docMk/>
            <pc:sldMk cId="1556650718" sldId="264"/>
            <ac:spMk id="2" creationId="{A86D8B9C-3600-A140-8918-20D93D5E58A2}"/>
          </ac:spMkLst>
        </pc:spChg>
        <pc:spChg chg="del">
          <ac:chgData name="Daniel Bennett" userId="6ce6a2ea-00ce-4296-a45e-b1bdc5833c93" providerId="ADAL" clId="{9B2C71CD-5EB5-4D6D-8FD2-5562460A04EA}" dt="2025-01-21T13:02:24.227" v="1640" actId="478"/>
          <ac:spMkLst>
            <pc:docMk/>
            <pc:sldMk cId="1556650718" sldId="264"/>
            <ac:spMk id="3" creationId="{30749E19-4B28-1BA7-F873-624FD3F83722}"/>
          </ac:spMkLst>
        </pc:spChg>
        <pc:spChg chg="add mod">
          <ac:chgData name="Daniel Bennett" userId="6ce6a2ea-00ce-4296-a45e-b1bdc5833c93" providerId="ADAL" clId="{9B2C71CD-5EB5-4D6D-8FD2-5562460A04EA}" dt="2025-01-21T13:03:45.897" v="1832" actId="20577"/>
          <ac:spMkLst>
            <pc:docMk/>
            <pc:sldMk cId="1556650718" sldId="264"/>
            <ac:spMk id="4" creationId="{DE2B66C9-E136-3A1F-5602-34F1A4E489CD}"/>
          </ac:spMkLst>
        </pc:spChg>
        <pc:spChg chg="add mod">
          <ac:chgData name="Daniel Bennett" userId="6ce6a2ea-00ce-4296-a45e-b1bdc5833c93" providerId="ADAL" clId="{9B2C71CD-5EB5-4D6D-8FD2-5562460A04EA}" dt="2025-01-21T13:07:11.559" v="2260" actId="20577"/>
          <ac:spMkLst>
            <pc:docMk/>
            <pc:sldMk cId="1556650718" sldId="264"/>
            <ac:spMk id="5" creationId="{2F85D1DC-C4A3-1653-D34B-F8352DDC5619}"/>
          </ac:spMkLst>
        </pc:spChg>
      </pc:sldChg>
      <pc:sldChg chg="add">
        <pc:chgData name="Daniel Bennett" userId="6ce6a2ea-00ce-4296-a45e-b1bdc5833c93" providerId="ADAL" clId="{9B2C71CD-5EB5-4D6D-8FD2-5562460A04EA}" dt="2025-01-21T13:06:25.479" v="2173" actId="2890"/>
        <pc:sldMkLst>
          <pc:docMk/>
          <pc:sldMk cId="1650203735" sldId="265"/>
        </pc:sldMkLst>
      </pc:sldChg>
      <pc:sldChg chg="addSp delSp modSp add mod">
        <pc:chgData name="Daniel Bennett" userId="6ce6a2ea-00ce-4296-a45e-b1bdc5833c93" providerId="ADAL" clId="{9B2C71CD-5EB5-4D6D-8FD2-5562460A04EA}" dt="2025-01-21T13:14:18.506" v="3142" actId="113"/>
        <pc:sldMkLst>
          <pc:docMk/>
          <pc:sldMk cId="2241143156" sldId="266"/>
        </pc:sldMkLst>
        <pc:spChg chg="add mod">
          <ac:chgData name="Daniel Bennett" userId="6ce6a2ea-00ce-4296-a45e-b1bdc5833c93" providerId="ADAL" clId="{9B2C71CD-5EB5-4D6D-8FD2-5562460A04EA}" dt="2025-01-21T13:14:18.506" v="3142" actId="113"/>
          <ac:spMkLst>
            <pc:docMk/>
            <pc:sldMk cId="2241143156" sldId="266"/>
            <ac:spMk id="2" creationId="{E3B86B48-236C-9CEA-D445-CA0BF3AEEBE0}"/>
          </ac:spMkLst>
        </pc:spChg>
        <pc:spChg chg="del mod">
          <ac:chgData name="Daniel Bennett" userId="6ce6a2ea-00ce-4296-a45e-b1bdc5833c93" providerId="ADAL" clId="{9B2C71CD-5EB5-4D6D-8FD2-5562460A04EA}" dt="2025-01-21T13:07:28.972" v="2263" actId="478"/>
          <ac:spMkLst>
            <pc:docMk/>
            <pc:sldMk cId="2241143156" sldId="266"/>
            <ac:spMk id="3" creationId="{FC4F4A7C-630E-3601-227E-17C9787E45C6}"/>
          </ac:spMkLst>
        </pc:spChg>
        <pc:spChg chg="add mod">
          <ac:chgData name="Daniel Bennett" userId="6ce6a2ea-00ce-4296-a45e-b1bdc5833c93" providerId="ADAL" clId="{9B2C71CD-5EB5-4D6D-8FD2-5562460A04EA}" dt="2025-01-21T13:11:04.765" v="2851" actId="20577"/>
          <ac:spMkLst>
            <pc:docMk/>
            <pc:sldMk cId="2241143156" sldId="266"/>
            <ac:spMk id="4" creationId="{46CC4BEC-DB47-C4B6-E026-47DFB5F9F3AF}"/>
          </ac:spMkLst>
        </pc:spChg>
        <pc:spChg chg="del">
          <ac:chgData name="Daniel Bennett" userId="6ce6a2ea-00ce-4296-a45e-b1bdc5833c93" providerId="ADAL" clId="{9B2C71CD-5EB5-4D6D-8FD2-5562460A04EA}" dt="2025-01-21T13:07:28.972" v="2263" actId="478"/>
          <ac:spMkLst>
            <pc:docMk/>
            <pc:sldMk cId="2241143156" sldId="266"/>
            <ac:spMk id="7" creationId="{A5B9D89A-87D2-4062-5F97-EE204CF6232B}"/>
          </ac:spMkLst>
        </pc:spChg>
        <pc:picChg chg="del">
          <ac:chgData name="Daniel Bennett" userId="6ce6a2ea-00ce-4296-a45e-b1bdc5833c93" providerId="ADAL" clId="{9B2C71CD-5EB5-4D6D-8FD2-5562460A04EA}" dt="2025-01-21T13:07:30.545" v="2264" actId="478"/>
          <ac:picMkLst>
            <pc:docMk/>
            <pc:sldMk cId="2241143156" sldId="266"/>
            <ac:picMk id="5" creationId="{3C730231-F1CA-F38E-1125-6DC80B909E5B}"/>
          </ac:picMkLst>
        </pc:picChg>
        <pc:picChg chg="del">
          <ac:chgData name="Daniel Bennett" userId="6ce6a2ea-00ce-4296-a45e-b1bdc5833c93" providerId="ADAL" clId="{9B2C71CD-5EB5-4D6D-8FD2-5562460A04EA}" dt="2025-01-21T13:07:28.972" v="2263" actId="478"/>
          <ac:picMkLst>
            <pc:docMk/>
            <pc:sldMk cId="2241143156" sldId="266"/>
            <ac:picMk id="9" creationId="{B330EB09-0C76-0118-E6CE-B040A7DAB4F8}"/>
          </ac:picMkLst>
        </pc:picChg>
        <pc:picChg chg="del">
          <ac:chgData name="Daniel Bennett" userId="6ce6a2ea-00ce-4296-a45e-b1bdc5833c93" providerId="ADAL" clId="{9B2C71CD-5EB5-4D6D-8FD2-5562460A04EA}" dt="2025-01-21T13:07:28.972" v="2263" actId="478"/>
          <ac:picMkLst>
            <pc:docMk/>
            <pc:sldMk cId="2241143156" sldId="266"/>
            <ac:picMk id="11" creationId="{29C074B9-77BD-6DC7-296F-7B1B702640CB}"/>
          </ac:picMkLst>
        </pc:picChg>
        <pc:picChg chg="del">
          <ac:chgData name="Daniel Bennett" userId="6ce6a2ea-00ce-4296-a45e-b1bdc5833c93" providerId="ADAL" clId="{9B2C71CD-5EB5-4D6D-8FD2-5562460A04EA}" dt="2025-01-21T13:07:28.972" v="2263" actId="478"/>
          <ac:picMkLst>
            <pc:docMk/>
            <pc:sldMk cId="2241143156" sldId="266"/>
            <ac:picMk id="13" creationId="{98BA0021-6E12-FCA5-0DC2-46CE36D0457C}"/>
          </ac:picMkLst>
        </pc:picChg>
      </pc:sldChg>
      <pc:sldChg chg="modSp add mod">
        <pc:chgData name="Daniel Bennett" userId="6ce6a2ea-00ce-4296-a45e-b1bdc5833c93" providerId="ADAL" clId="{9B2C71CD-5EB5-4D6D-8FD2-5562460A04EA}" dt="2025-01-21T13:14:20.887" v="3143" actId="113"/>
        <pc:sldMkLst>
          <pc:docMk/>
          <pc:sldMk cId="1459413458" sldId="267"/>
        </pc:sldMkLst>
        <pc:spChg chg="mod">
          <ac:chgData name="Daniel Bennett" userId="6ce6a2ea-00ce-4296-a45e-b1bdc5833c93" providerId="ADAL" clId="{9B2C71CD-5EB5-4D6D-8FD2-5562460A04EA}" dt="2025-01-21T13:14:20.887" v="3143" actId="113"/>
          <ac:spMkLst>
            <pc:docMk/>
            <pc:sldMk cId="1459413458" sldId="267"/>
            <ac:spMk id="2" creationId="{89F1E200-283C-A707-C357-6C7D3FC238D2}"/>
          </ac:spMkLst>
        </pc:spChg>
        <pc:spChg chg="mod">
          <ac:chgData name="Daniel Bennett" userId="6ce6a2ea-00ce-4296-a45e-b1bdc5833c93" providerId="ADAL" clId="{9B2C71CD-5EB5-4D6D-8FD2-5562460A04EA}" dt="2025-01-21T13:12:42.632" v="3093" actId="20577"/>
          <ac:spMkLst>
            <pc:docMk/>
            <pc:sldMk cId="1459413458" sldId="267"/>
            <ac:spMk id="4" creationId="{839A183D-4D42-F382-72D2-E782B0267396}"/>
          </ac:spMkLst>
        </pc:spChg>
      </pc:sldChg>
      <pc:sldChg chg="addSp modSp add mod">
        <pc:chgData name="Daniel Bennett" userId="6ce6a2ea-00ce-4296-a45e-b1bdc5833c93" providerId="ADAL" clId="{9B2C71CD-5EB5-4D6D-8FD2-5562460A04EA}" dt="2025-01-21T13:14:04.960" v="3141" actId="20577"/>
        <pc:sldMkLst>
          <pc:docMk/>
          <pc:sldMk cId="2249362234" sldId="268"/>
        </pc:sldMkLst>
        <pc:spChg chg="mod">
          <ac:chgData name="Daniel Bennett" userId="6ce6a2ea-00ce-4296-a45e-b1bdc5833c93" providerId="ADAL" clId="{9B2C71CD-5EB5-4D6D-8FD2-5562460A04EA}" dt="2025-01-21T13:14:04.960" v="3141" actId="20577"/>
          <ac:spMkLst>
            <pc:docMk/>
            <pc:sldMk cId="2249362234" sldId="268"/>
            <ac:spMk id="2" creationId="{4C458EAC-408C-9D29-0B41-421DE4FD3148}"/>
          </ac:spMkLst>
        </pc:spChg>
        <pc:spChg chg="add">
          <ac:chgData name="Daniel Bennett" userId="6ce6a2ea-00ce-4296-a45e-b1bdc5833c93" providerId="ADAL" clId="{9B2C71CD-5EB5-4D6D-8FD2-5562460A04EA}" dt="2025-01-21T13:13:39.984" v="3114"/>
          <ac:spMkLst>
            <pc:docMk/>
            <pc:sldMk cId="2249362234" sldId="268"/>
            <ac:spMk id="3" creationId="{35F670C6-750F-CDD7-2D57-ADF971690B63}"/>
          </ac:spMkLst>
        </pc:spChg>
        <pc:spChg chg="mod">
          <ac:chgData name="Daniel Bennett" userId="6ce6a2ea-00ce-4296-a45e-b1bdc5833c93" providerId="ADAL" clId="{9B2C71CD-5EB5-4D6D-8FD2-5562460A04EA}" dt="2025-01-21T13:13:57.585" v="3123" actId="1076"/>
          <ac:spMkLst>
            <pc:docMk/>
            <pc:sldMk cId="2249362234" sldId="268"/>
            <ac:spMk id="4" creationId="{0304456D-F9B6-1EF8-9694-0BC471D67058}"/>
          </ac:spMkLst>
        </pc:spChg>
      </pc:sldChg>
      <pc:sldMasterChg chg="add del addSldLayout delSldLayout">
        <pc:chgData name="Daniel Bennett" userId="6ce6a2ea-00ce-4296-a45e-b1bdc5833c93" providerId="ADAL" clId="{9B2C71CD-5EB5-4D6D-8FD2-5562460A04EA}" dt="2025-01-21T12:38:20.567" v="53" actId="26606"/>
        <pc:sldMasterMkLst>
          <pc:docMk/>
          <pc:sldMasterMk cId="649785891" sldId="2147483648"/>
        </pc:sldMasterMkLst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2927920370" sldId="2147483649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1661955931" sldId="2147483650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219547934" sldId="2147483651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1074267625" sldId="2147483652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4186386633" sldId="2147483653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1627822291" sldId="2147483654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2815362570" sldId="2147483655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3934964688" sldId="2147483656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4166895961" sldId="2147483657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2028282612" sldId="2147483658"/>
          </pc:sldLayoutMkLst>
        </pc:sldLayoutChg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649785891" sldId="2147483648"/>
            <pc:sldLayoutMk cId="2772465820" sldId="2147483659"/>
          </pc:sldLayoutMkLst>
        </pc:sldLayoutChg>
      </pc:sldMasterChg>
      <pc:sldMasterChg chg="add del replId addSldLayout delSldLayout">
        <pc:chgData name="Daniel Bennett" userId="6ce6a2ea-00ce-4296-a45e-b1bdc5833c93" providerId="ADAL" clId="{9B2C71CD-5EB5-4D6D-8FD2-5562460A04EA}" dt="2025-01-21T12:38:20.567" v="53" actId="26606"/>
        <pc:sldMasterMkLst>
          <pc:docMk/>
          <pc:sldMasterMk cId="2383518716" sldId="2147483660"/>
        </pc:sldMasterMkLst>
        <pc:sldLayoutChg chg="add del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2020440541" sldId="2147483661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4060568062" sldId="2147483662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1699685281" sldId="2147483663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2949162720" sldId="2147483664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3921040342" sldId="2147483665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2356225130" sldId="2147483666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3931814488" sldId="2147483667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3413148126" sldId="2147483668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729065585" sldId="2147483669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2667359021" sldId="2147483670"/>
          </pc:sldLayoutMkLst>
        </pc:sldLayoutChg>
        <pc:sldLayoutChg chg="add del replId">
          <pc:chgData name="Daniel Bennett" userId="6ce6a2ea-00ce-4296-a45e-b1bdc5833c93" providerId="ADAL" clId="{9B2C71CD-5EB5-4D6D-8FD2-5562460A04EA}" dt="2025-01-21T12:38:20.567" v="53" actId="26606"/>
          <pc:sldLayoutMkLst>
            <pc:docMk/>
            <pc:sldMasterMk cId="2383518716" sldId="2147483660"/>
            <pc:sldLayoutMk cId="2913663800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FE96-838E-185B-6A5F-13837DA22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50D79-F090-DEEA-CF8F-C6FFD84A1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643F5-C94E-72EA-04FB-347CD4CE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717E4-3604-83F4-B421-25D36D79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97924-70BC-CF99-EC40-D1A851A9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920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FF2D-D799-FB2F-6886-46F12BD4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2F57-18FD-33CF-768E-0E4240FE9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AE872-3276-0604-066B-E3B27556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FEEB1-2BC3-CC67-16DC-089C7921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155E7-8C73-6BB7-AF43-A05BA7B5C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955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4E03-7585-C0E2-0063-DE38A85B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79F61-ADC6-83FC-26BE-FF6A8DDAD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093D7-724C-4C85-7D83-3D5D30CF3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2B42-935D-7253-8AB2-E9619DAD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6347D-8DAF-7A09-6A8C-B1AFFFE4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4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15E5-B984-82BE-377B-CA8A2A611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DC70F-B697-7849-ED71-5699D115A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61D3-647E-FE73-D325-542A69533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19A5B-5017-737C-5F3F-13C08057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47A29-15D0-305D-8BEC-95344F6D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19B9D-FD9A-85C1-31F5-7CB6929E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26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8-91B6-AB93-4F9C-5E9CAA51A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9A4AA-C056-2002-1DA0-9AE8F652C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97A20-655D-AAAD-FDC9-E7CD7BA63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E79E3-0A52-2AF4-F24F-2E22D2730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780C9-6F8D-7A93-9997-3BA9CC16F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7C0D1-C39B-60BF-DB62-B97AEE33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DD66D-555C-7DE2-C787-1A79592D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0ACE3-7223-7D93-01B5-BF8D3B2A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38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E6E67-94E3-5D95-6527-BDFE8EDC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BC077-3CB1-DE85-1729-268217C2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091BF-4CD6-25EE-A260-ABA3FCAA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497E6-2F94-2D47-663E-4C80FEA4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82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66016-3F21-A887-B0BA-D50A54E2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48D0E-286D-DAE8-893B-44AD25D5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2DC2A-5A9E-92EB-168F-CDD6F2B8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36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B2FB-17D8-168E-6B42-59F40A1D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426D6-FD92-3A4C-7440-5351404C6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05EF-9A99-41C9-CB4D-5DB0DC903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E2A2A-8AB3-7F2E-51C5-34EC7E98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B2F74-E1EE-F9AB-F3CC-41D65BE2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3F078-F4E7-8AE9-AF53-48FFB058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96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1ED2-8A97-CB80-ACF6-D6C9FA32A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EC8709-EF6F-33AF-55F8-4E341D35F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531F-C81F-F28B-FD69-5D9FED991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1E4FE-CE3D-2470-955D-7C872E95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C7147-3A6D-F22F-2607-AD0882EA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A6F64-19E2-BCBF-6954-67506B29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89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75149-EC08-FD0E-B2BD-97040CA63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7E515-6C6A-9A46-0B89-EE2BDB2FA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F7238-F42C-4016-76B2-A7F52A340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9847B-1A06-B49D-FABC-710E8CA0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FD2F9-B117-C8E3-1A5C-9E9FA523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28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63DE1-5392-763E-2C2F-1D32094A3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D8A85-E0B4-7017-629B-5645CC5A2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14EF4-CFAD-FE02-1310-189BE849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F9D3-9B78-AB4C-1497-04695743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77D69-DC4B-F929-6C83-DEB50B57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46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BA237-D01A-B30B-5837-26069827D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F9D1F-1EA7-EE8B-1483-AB4EE106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AB52C-A966-3DE1-C5AF-F18D1A3E5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AB96F-3B0F-4CCF-A634-5F15D41DF9EF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70196-34DB-202A-1321-F55F06B17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E555-C20B-FD39-E42B-5A0578C9F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98F46-2C1A-4D62-8E8D-4C9336D39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78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F9FF-BB58-EA75-E9A7-76B602B38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904"/>
            <a:ext cx="9144000" cy="1066201"/>
          </a:xfrm>
        </p:spPr>
        <p:txBody>
          <a:bodyPr/>
          <a:lstStyle/>
          <a:p>
            <a:r>
              <a:rPr lang="en-GB" dirty="0"/>
              <a:t>Previously …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A444EEE-FB69-B91A-7D71-4565A1A75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475" y="1364105"/>
            <a:ext cx="9719050" cy="540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71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oard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3F219B8F-A4E6-16E6-CF4D-62CCAFD44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257175"/>
            <a:ext cx="116967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0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505D-C073-8909-B962-B9BFF580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F6105F-F4FE-1A88-731E-10261CC4BAD4}"/>
              </a:ext>
            </a:extLst>
          </p:cNvPr>
          <p:cNvSpPr txBox="1"/>
          <p:nvPr/>
        </p:nvSpPr>
        <p:spPr>
          <a:xfrm>
            <a:off x="2040297" y="1228397"/>
            <a:ext cx="526086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Qualitative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Think Aloud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Task-based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Heuristic Evaluation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User Interviews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r>
              <a:rPr lang="en-GB" sz="2800" b="1" dirty="0"/>
              <a:t>Quantitative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Time-stamps during task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Error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Quantitative Questionnaires</a:t>
            </a:r>
          </a:p>
        </p:txBody>
      </p:sp>
    </p:spTree>
    <p:extLst>
      <p:ext uri="{BB962C8B-B14F-4D97-AF65-F5344CB8AC3E}">
        <p14:creationId xmlns:p14="http://schemas.microsoft.com/office/powerpoint/2010/main" val="743577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CA49-1DAB-0674-2A0D-F90150A52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2478B-E83C-0628-2E68-7BE34985DAED}"/>
              </a:ext>
            </a:extLst>
          </p:cNvPr>
          <p:cNvSpPr txBox="1"/>
          <p:nvPr/>
        </p:nvSpPr>
        <p:spPr>
          <a:xfrm>
            <a:off x="571261" y="358968"/>
            <a:ext cx="4799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Quantitative Questionnaires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2ABB3-F901-2D6D-DFA7-4DE01BB4B4B4}"/>
              </a:ext>
            </a:extLst>
          </p:cNvPr>
          <p:cNvSpPr txBox="1"/>
          <p:nvPr/>
        </p:nvSpPr>
        <p:spPr>
          <a:xfrm>
            <a:off x="1506663" y="1125964"/>
            <a:ext cx="94661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It’s hard to write good questions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Harder still to write good quant questionnaires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Use other peoples’ questionnaires?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Ideally </a:t>
            </a:r>
            <a:r>
              <a:rPr lang="en-GB" sz="2800" i="1" dirty="0"/>
              <a:t>validated </a:t>
            </a:r>
            <a:r>
              <a:rPr lang="en-GB" sz="2800" dirty="0"/>
              <a:t>questionnaires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That measure things </a:t>
            </a:r>
            <a:r>
              <a:rPr lang="en-GB" sz="2800" i="1" dirty="0"/>
              <a:t>useful</a:t>
            </a:r>
            <a:r>
              <a:rPr lang="en-GB" sz="2800" dirty="0"/>
              <a:t> to understanding the usability issues and successes.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7738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0CD2D-E5DE-1C38-3917-0C8E91FF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FB4CB1-4BE1-FE92-DE32-4FCCE9B72850}"/>
              </a:ext>
            </a:extLst>
          </p:cNvPr>
          <p:cNvSpPr txBox="1"/>
          <p:nvPr/>
        </p:nvSpPr>
        <p:spPr>
          <a:xfrm>
            <a:off x="571261" y="358968"/>
            <a:ext cx="4799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Quantitative Questionnaires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8F306-0527-7A8F-4AB3-0DA772E614E6}"/>
              </a:ext>
            </a:extLst>
          </p:cNvPr>
          <p:cNvSpPr txBox="1"/>
          <p:nvPr/>
        </p:nvSpPr>
        <p:spPr>
          <a:xfrm>
            <a:off x="637392" y="1080994"/>
            <a:ext cx="57484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There are </a:t>
            </a:r>
            <a:r>
              <a:rPr lang="en-GB" sz="2800" i="1" dirty="0"/>
              <a:t>many usability </a:t>
            </a:r>
            <a:r>
              <a:rPr lang="en-GB" sz="2800" dirty="0"/>
              <a:t>and user experience questionnaires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03A11-2682-7849-47C1-4CBA720A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080" y="358968"/>
            <a:ext cx="4885528" cy="32839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681757-1ABF-1CF4-9A96-E9C9DB933CCA}"/>
              </a:ext>
            </a:extLst>
          </p:cNvPr>
          <p:cNvSpPr txBox="1"/>
          <p:nvPr/>
        </p:nvSpPr>
        <p:spPr>
          <a:xfrm>
            <a:off x="7093959" y="3642887"/>
            <a:ext cx="4088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https://playerexperienceinventory.org/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974217-5881-3F4A-80E8-F7D97C9C5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82" y="2255260"/>
            <a:ext cx="4088703" cy="2347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8BD491-07FE-E67D-4CB5-5F87D645C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675" y="4151552"/>
            <a:ext cx="5052338" cy="2347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A1F2E7-C30D-7B93-45ED-549EDAB4B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82" y="5071343"/>
            <a:ext cx="5748418" cy="99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0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1D133-3FED-0963-1E9C-A0EAE6B6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0427BA-48EF-6FAC-98DD-D16327BA4000}"/>
              </a:ext>
            </a:extLst>
          </p:cNvPr>
          <p:cNvSpPr txBox="1"/>
          <p:nvPr/>
        </p:nvSpPr>
        <p:spPr>
          <a:xfrm>
            <a:off x="571261" y="358968"/>
            <a:ext cx="86970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How to choose? And How to use the questionnaires?</a:t>
            </a:r>
          </a:p>
          <a:p>
            <a:endParaRPr lang="en-GB" sz="2800" b="1" dirty="0"/>
          </a:p>
          <a:p>
            <a:r>
              <a:rPr lang="en-GB" sz="2800" dirty="0"/>
              <a:t>Thinking through this via 2 “BIG NAME” questionnaires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0C859-C9AE-9A11-1BA0-6A1EB3EDC48E}"/>
              </a:ext>
            </a:extLst>
          </p:cNvPr>
          <p:cNvSpPr txBox="1"/>
          <p:nvPr/>
        </p:nvSpPr>
        <p:spPr>
          <a:xfrm>
            <a:off x="4307818" y="2391697"/>
            <a:ext cx="17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NASA-TLX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1DB12-D019-7501-7AD7-2FF4DACC9D16}"/>
              </a:ext>
            </a:extLst>
          </p:cNvPr>
          <p:cNvSpPr txBox="1"/>
          <p:nvPr/>
        </p:nvSpPr>
        <p:spPr>
          <a:xfrm>
            <a:off x="4337570" y="3125198"/>
            <a:ext cx="864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SUS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C524A-3CE3-E919-3DB2-F4CA78A42420}"/>
              </a:ext>
            </a:extLst>
          </p:cNvPr>
          <p:cNvSpPr txBox="1"/>
          <p:nvPr/>
        </p:nvSpPr>
        <p:spPr>
          <a:xfrm>
            <a:off x="571261" y="4421540"/>
            <a:ext cx="102482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For both more details are provided in the workbook on Git Hub</a:t>
            </a:r>
          </a:p>
          <a:p>
            <a:endParaRPr lang="en-GB" sz="2800" b="1" dirty="0"/>
          </a:p>
          <a:p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140989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D21E-629B-C0FD-1671-96486550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6FA40-6496-450A-A9F1-80B9B0CF5971}"/>
              </a:ext>
            </a:extLst>
          </p:cNvPr>
          <p:cNvSpPr txBox="1"/>
          <p:nvPr/>
        </p:nvSpPr>
        <p:spPr>
          <a:xfrm>
            <a:off x="571261" y="358968"/>
            <a:ext cx="7114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2 “BIG NAME” Quantitative Questionnaires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48764-C765-08CB-7388-E30B96957246}"/>
              </a:ext>
            </a:extLst>
          </p:cNvPr>
          <p:cNvSpPr txBox="1"/>
          <p:nvPr/>
        </p:nvSpPr>
        <p:spPr>
          <a:xfrm>
            <a:off x="1279821" y="1197620"/>
            <a:ext cx="4649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NASA-TLX (Task Load Index)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C9CB5-E3BB-73BC-078C-F16F6E7EFDC6}"/>
              </a:ext>
            </a:extLst>
          </p:cNvPr>
          <p:cNvSpPr txBox="1"/>
          <p:nvPr/>
        </p:nvSpPr>
        <p:spPr>
          <a:xfrm>
            <a:off x="1711990" y="1720840"/>
            <a:ext cx="90075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Gold standard for measuring </a:t>
            </a:r>
            <a:r>
              <a:rPr lang="en-GB" sz="2400" i="1" dirty="0"/>
              <a:t>subjective workload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Includes mental demands, physical demands, time pressure, frustration, feeling of effort, sense of own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As such, it measures </a:t>
            </a:r>
            <a:r>
              <a:rPr lang="en-GB" sz="2400" b="1" i="1" dirty="0"/>
              <a:t>some </a:t>
            </a:r>
            <a:r>
              <a:rPr lang="en-GB" sz="2400" dirty="0"/>
              <a:t>aspects of usability (look back at week 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/>
              <a:t>Might this be right for you? </a:t>
            </a:r>
          </a:p>
        </p:txBody>
      </p:sp>
    </p:spTree>
    <p:extLst>
      <p:ext uri="{BB962C8B-B14F-4D97-AF65-F5344CB8AC3E}">
        <p14:creationId xmlns:p14="http://schemas.microsoft.com/office/powerpoint/2010/main" val="156918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B196-837E-5893-073A-9AE86CED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25AB15-7F7C-F788-D25F-7F8B36F9BB41}"/>
              </a:ext>
            </a:extLst>
          </p:cNvPr>
          <p:cNvSpPr txBox="1"/>
          <p:nvPr/>
        </p:nvSpPr>
        <p:spPr>
          <a:xfrm>
            <a:off x="571261" y="358968"/>
            <a:ext cx="7114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2 “BIG NAME” Quantitative Questionnaires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0C381-619F-3B26-8D1D-2F0E45BB4B77}"/>
              </a:ext>
            </a:extLst>
          </p:cNvPr>
          <p:cNvSpPr txBox="1"/>
          <p:nvPr/>
        </p:nvSpPr>
        <p:spPr>
          <a:xfrm>
            <a:off x="537387" y="967548"/>
            <a:ext cx="4876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SUS (System Usability Scale)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35CCE-A8B6-E26F-3BDE-61D66DE27EBE}"/>
              </a:ext>
            </a:extLst>
          </p:cNvPr>
          <p:cNvSpPr txBox="1"/>
          <p:nvPr/>
        </p:nvSpPr>
        <p:spPr>
          <a:xfrm>
            <a:off x="719939" y="1874728"/>
            <a:ext cx="52512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 quick and dirty standard measure for </a:t>
            </a:r>
            <a:r>
              <a:rPr lang="en-GB" sz="2400" i="1" dirty="0"/>
              <a:t>usability </a:t>
            </a:r>
            <a:r>
              <a:rPr lang="en-GB" sz="2400" dirty="0"/>
              <a:t>more broadly</a:t>
            </a:r>
            <a:endParaRPr lang="en-GB" sz="24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Includes </a:t>
            </a:r>
            <a:r>
              <a:rPr lang="en-GB" sz="2400" b="1" dirty="0"/>
              <a:t>effectiveness</a:t>
            </a:r>
            <a:r>
              <a:rPr lang="en-GB" sz="2400" dirty="0"/>
              <a:t>, </a:t>
            </a:r>
            <a:r>
              <a:rPr lang="en-GB" sz="2400" b="1" dirty="0"/>
              <a:t>efficiency </a:t>
            </a:r>
            <a:r>
              <a:rPr lang="en-GB" sz="2400" dirty="0"/>
              <a:t>and </a:t>
            </a:r>
            <a:r>
              <a:rPr lang="en-GB" sz="2400" b="1" dirty="0"/>
              <a:t>satisfaction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Again, it measures </a:t>
            </a:r>
            <a:r>
              <a:rPr lang="en-GB" sz="2400" b="1" i="1" dirty="0"/>
              <a:t>some </a:t>
            </a:r>
            <a:r>
              <a:rPr lang="en-GB" sz="2400" dirty="0"/>
              <a:t>aspects of usability (look back at week 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/>
              <a:t>Might this be right for you?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0E7788-FEE5-D264-2EF7-52584FF22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02" y="1644656"/>
            <a:ext cx="5669726" cy="401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3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2B66C9-E136-3A1F-5602-34F1A4E489CD}"/>
              </a:ext>
            </a:extLst>
          </p:cNvPr>
          <p:cNvSpPr txBox="1"/>
          <p:nvPr/>
        </p:nvSpPr>
        <p:spPr>
          <a:xfrm>
            <a:off x="642318" y="502852"/>
            <a:ext cx="4550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Choosing how to evaluate?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5D1DC-C4A3-1653-D34B-F8352DDC5619}"/>
              </a:ext>
            </a:extLst>
          </p:cNvPr>
          <p:cNvSpPr txBox="1"/>
          <p:nvPr/>
        </p:nvSpPr>
        <p:spPr>
          <a:xfrm>
            <a:off x="1184463" y="1284839"/>
            <a:ext cx="101780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What </a:t>
            </a:r>
            <a:r>
              <a:rPr lang="en-GB" sz="2400" b="1" i="1" dirty="0"/>
              <a:t>level </a:t>
            </a:r>
            <a:r>
              <a:rPr lang="en-GB" sz="2400" b="1" dirty="0"/>
              <a:t>of understanding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Identify new issues in a broad manner? (qualitative may be best)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Measure accepted usability factors? (standard usability questionnaires))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Measure VERY specific factors ? (specific measures for e.g. workload, immersion)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b="1" dirty="0"/>
              <a:t>What aspects of usability and UX matters in your project?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Efficiency?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User Comfort?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Frustration?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Social acceptance?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Enjoyment?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Immersion?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56650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39AB-6B44-7559-C29C-DF8A0C43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01F7CE-AA25-736F-9487-469127D4E2ED}"/>
              </a:ext>
            </a:extLst>
          </p:cNvPr>
          <p:cNvSpPr txBox="1"/>
          <p:nvPr/>
        </p:nvSpPr>
        <p:spPr>
          <a:xfrm>
            <a:off x="474288" y="401662"/>
            <a:ext cx="57484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There are </a:t>
            </a:r>
            <a:r>
              <a:rPr lang="en-GB" sz="2800" i="1" dirty="0"/>
              <a:t>many usability </a:t>
            </a:r>
            <a:r>
              <a:rPr lang="en-GB" sz="2800" dirty="0"/>
              <a:t>and user experience questionnaires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2FC42-08F1-1266-FD73-B922C5DF1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080" y="358968"/>
            <a:ext cx="4885528" cy="32839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1EF7A4-D548-8B6C-0000-8494B4DEF300}"/>
              </a:ext>
            </a:extLst>
          </p:cNvPr>
          <p:cNvSpPr txBox="1"/>
          <p:nvPr/>
        </p:nvSpPr>
        <p:spPr>
          <a:xfrm>
            <a:off x="7093959" y="3642887"/>
            <a:ext cx="4088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https://playerexperienceinventory.org/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DE1582-DE83-3D8F-D576-3729BF54A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82" y="2255260"/>
            <a:ext cx="4088703" cy="2347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DD1D1A-9F52-F689-0055-91EF855B7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675" y="4151552"/>
            <a:ext cx="5052338" cy="2347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C7E47E-3975-54AC-47A8-D11A3193C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82" y="5071343"/>
            <a:ext cx="5748418" cy="99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28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863C-9E6B-B2EF-EA11-A6BC3759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86B48-236C-9CEA-D445-CA0BF3AEEBE0}"/>
              </a:ext>
            </a:extLst>
          </p:cNvPr>
          <p:cNvSpPr txBox="1"/>
          <p:nvPr/>
        </p:nvSpPr>
        <p:spPr>
          <a:xfrm>
            <a:off x="474288" y="401662"/>
            <a:ext cx="57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How to administer?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C4BEC-DB47-C4B6-E026-47DFB5F9F3AF}"/>
              </a:ext>
            </a:extLst>
          </p:cNvPr>
          <p:cNvSpPr txBox="1"/>
          <p:nvPr/>
        </p:nvSpPr>
        <p:spPr>
          <a:xfrm>
            <a:off x="986452" y="1258600"/>
            <a:ext cx="944670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Again – look at last week’s materials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How do the questionnaires fit into your testing task, alongside e.g. task observation?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Raw numbers are less useful than comparisons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What to compare?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Different designs of your product?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Different aspects or parts of the product?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Different user groups (e.g. skill level?)</a:t>
            </a:r>
          </a:p>
        </p:txBody>
      </p:sp>
    </p:spTree>
    <p:extLst>
      <p:ext uri="{BB962C8B-B14F-4D97-AF65-F5344CB8AC3E}">
        <p14:creationId xmlns:p14="http://schemas.microsoft.com/office/powerpoint/2010/main" val="2241143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7C76-5317-3B87-35CF-6D331FE6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F1E200-283C-A707-C357-6C7D3FC238D2}"/>
              </a:ext>
            </a:extLst>
          </p:cNvPr>
          <p:cNvSpPr txBox="1"/>
          <p:nvPr/>
        </p:nvSpPr>
        <p:spPr>
          <a:xfrm>
            <a:off x="474288" y="401662"/>
            <a:ext cx="57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How to analyse?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A183D-4D42-F382-72D2-E782B0267396}"/>
              </a:ext>
            </a:extLst>
          </p:cNvPr>
          <p:cNvSpPr txBox="1"/>
          <p:nvPr/>
        </p:nvSpPr>
        <p:spPr>
          <a:xfrm>
            <a:off x="986452" y="1258600"/>
            <a:ext cx="944670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Think back to statistical tests you learned in Maths 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Descriptive statistics: mean and standard deviation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Plotting differences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Inductive tests: t-tests, ANOVA, CHI-squared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459413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2487-C700-EF89-BC06-8A78DECC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58EAC-408C-9D29-0B41-421DE4FD3148}"/>
              </a:ext>
            </a:extLst>
          </p:cNvPr>
          <p:cNvSpPr txBox="1"/>
          <p:nvPr/>
        </p:nvSpPr>
        <p:spPr>
          <a:xfrm>
            <a:off x="474288" y="401662"/>
            <a:ext cx="57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Q&amp;A, Reflect 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4456D-F9B6-1EF8-9694-0BC471D67058}"/>
              </a:ext>
            </a:extLst>
          </p:cNvPr>
          <p:cNvSpPr txBox="1"/>
          <p:nvPr/>
        </p:nvSpPr>
        <p:spPr>
          <a:xfrm>
            <a:off x="1372649" y="924882"/>
            <a:ext cx="94467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What do you want to find out from testing?</a:t>
            </a:r>
          </a:p>
          <a:p>
            <a:endParaRPr lang="en-GB" dirty="0"/>
          </a:p>
          <a:p>
            <a:r>
              <a:rPr lang="en-GB" dirty="0"/>
              <a:t>What part of your systems(s) will you test?</a:t>
            </a:r>
          </a:p>
          <a:p>
            <a:endParaRPr lang="en-GB" dirty="0"/>
          </a:p>
          <a:p>
            <a:r>
              <a:rPr lang="en-GB" dirty="0"/>
              <a:t>What methods do you want to use? (</a:t>
            </a:r>
            <a:r>
              <a:rPr lang="en-GB" dirty="0" err="1"/>
              <a:t>ThinkAloud</a:t>
            </a:r>
            <a:r>
              <a:rPr lang="en-GB" dirty="0"/>
              <a:t>, surveys; will surveys be on paper, digital, questions you ask and record the answers etc)</a:t>
            </a:r>
          </a:p>
          <a:p>
            <a:endParaRPr lang="en-GB" dirty="0"/>
          </a:p>
          <a:p>
            <a:r>
              <a:rPr lang="en-GB" dirty="0"/>
              <a:t>What questions do you want to ask? What kind of answers will you collect?</a:t>
            </a:r>
          </a:p>
          <a:p>
            <a:endParaRPr lang="en-GB" dirty="0"/>
          </a:p>
          <a:p>
            <a:r>
              <a:rPr lang="en-GB" dirty="0"/>
              <a:t>How will you demo your product and ask the questions? For example, will you bring your own laptop, or log onto a lab machine? How many people can test it at the same time? What kind of introduction will you have to the project?</a:t>
            </a:r>
          </a:p>
          <a:p>
            <a:endParaRPr lang="en-GB" dirty="0"/>
          </a:p>
          <a:p>
            <a:r>
              <a:rPr lang="en-GB" dirty="0"/>
              <a:t>Ideally, which space will you want to test in (we have 1.07, 1.15 and the Lower Atrium, but each has a maximum capacity, so we can't guarantee you'll be where you want). If any of your team members have sensitivity issues, and would find it easier to be in a specific space, get in touch with Sarah.</a:t>
            </a:r>
          </a:p>
        </p:txBody>
      </p:sp>
    </p:spTree>
    <p:extLst>
      <p:ext uri="{BB962C8B-B14F-4D97-AF65-F5344CB8AC3E}">
        <p14:creationId xmlns:p14="http://schemas.microsoft.com/office/powerpoint/2010/main" val="2249362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595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Previously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Bennett</dc:creator>
  <cp:lastModifiedBy>Daniel Bennett</cp:lastModifiedBy>
  <cp:revision>1</cp:revision>
  <dcterms:created xsi:type="dcterms:W3CDTF">2025-01-21T12:01:34Z</dcterms:created>
  <dcterms:modified xsi:type="dcterms:W3CDTF">2025-01-21T13:14:22Z</dcterms:modified>
</cp:coreProperties>
</file>