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5" r:id="rId5"/>
    <p:sldMasterId id="2147483739" r:id="rId6"/>
    <p:sldMasterId id="2147483765" r:id="rId7"/>
  </p:sldMasterIdLst>
  <p:notesMasterIdLst>
    <p:notesMasterId r:id="rId55"/>
  </p:notesMasterIdLst>
  <p:sldIdLst>
    <p:sldId id="1212" r:id="rId8"/>
    <p:sldId id="1245" r:id="rId9"/>
    <p:sldId id="271" r:id="rId10"/>
    <p:sldId id="1215" r:id="rId11"/>
    <p:sldId id="1216" r:id="rId12"/>
    <p:sldId id="1217" r:id="rId13"/>
    <p:sldId id="292" r:id="rId14"/>
    <p:sldId id="288" r:id="rId15"/>
    <p:sldId id="281" r:id="rId16"/>
    <p:sldId id="259" r:id="rId17"/>
    <p:sldId id="1218" r:id="rId18"/>
    <p:sldId id="257" r:id="rId19"/>
    <p:sldId id="1219" r:id="rId20"/>
    <p:sldId id="1220" r:id="rId21"/>
    <p:sldId id="274" r:id="rId22"/>
    <p:sldId id="1241" r:id="rId23"/>
    <p:sldId id="1200" r:id="rId24"/>
    <p:sldId id="1204" r:id="rId25"/>
    <p:sldId id="1203" r:id="rId26"/>
    <p:sldId id="1242" r:id="rId27"/>
    <p:sldId id="1247" r:id="rId28"/>
    <p:sldId id="1236" r:id="rId29"/>
    <p:sldId id="275" r:id="rId30"/>
    <p:sldId id="1223" r:id="rId31"/>
    <p:sldId id="1232" r:id="rId32"/>
    <p:sldId id="1221" r:id="rId33"/>
    <p:sldId id="268" r:id="rId34"/>
    <p:sldId id="1237" r:id="rId35"/>
    <p:sldId id="1224" r:id="rId36"/>
    <p:sldId id="1225" r:id="rId37"/>
    <p:sldId id="1226" r:id="rId38"/>
    <p:sldId id="1227" r:id="rId39"/>
    <p:sldId id="1235" r:id="rId40"/>
    <p:sldId id="1228" r:id="rId41"/>
    <p:sldId id="1229" r:id="rId42"/>
    <p:sldId id="1246" r:id="rId43"/>
    <p:sldId id="1230" r:id="rId44"/>
    <p:sldId id="262" r:id="rId45"/>
    <p:sldId id="280" r:id="rId46"/>
    <p:sldId id="1205" r:id="rId47"/>
    <p:sldId id="279" r:id="rId48"/>
    <p:sldId id="1234" r:id="rId49"/>
    <p:sldId id="1239" r:id="rId50"/>
    <p:sldId id="1233" r:id="rId51"/>
    <p:sldId id="265" r:id="rId52"/>
    <p:sldId id="1238" r:id="rId53"/>
    <p:sldId id="1240" r:id="rId54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G Bullock" initials="SB" lastIdx="9" clrIdx="0">
    <p:extLst>
      <p:ext uri="{19B8F6BF-5375-455C-9EA6-DF929625EA0E}">
        <p15:presenceInfo xmlns:p15="http://schemas.microsoft.com/office/powerpoint/2012/main" userId="S-1-5-21-1117850145-1682116191-196506527-1424016" providerId="AD"/>
      </p:ext>
    </p:extLst>
  </p:cmAuthor>
  <p:cmAuthor id="2" name="Freya Dabson" initials="FD" lastIdx="1" clrIdx="1">
    <p:extLst>
      <p:ext uri="{19B8F6BF-5375-455C-9EA6-DF929625EA0E}">
        <p15:presenceInfo xmlns:p15="http://schemas.microsoft.com/office/powerpoint/2012/main" userId="S::fd18744@bristol.ac.uk::fe8edcae-13e8-479e-b1f2-7599a2370ba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DFD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43CB36-D521-EA41-B2F4-16C0CDA79064}" v="341" dt="2026-09-21T11:47:31.4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8"/>
    <p:restoredTop sz="96154"/>
  </p:normalViewPr>
  <p:slideViewPr>
    <p:cSldViewPr snapToGrid="0">
      <p:cViewPr varScale="1">
        <p:scale>
          <a:sx n="119" d="100"/>
          <a:sy n="119" d="100"/>
        </p:scale>
        <p:origin x="208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61" Type="http://schemas.microsoft.com/office/2016/11/relationships/changesInfo" Target="changesInfos/changesInfo1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commentAuthors" Target="commentAuthor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theme" Target="theme/theme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presProps" Target="presProp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Schien" userId="7ba24917-3599-403d-93fd-983f215bf8d7" providerId="ADAL" clId="{0A170A1E-D93E-5586-B276-23BE576CEF00}"/>
    <pc:docChg chg="undo custSel addSld delSld modSld modMainMaster">
      <pc:chgData name="Daniel Schien" userId="7ba24917-3599-403d-93fd-983f215bf8d7" providerId="ADAL" clId="{0A170A1E-D93E-5586-B276-23BE576CEF00}" dt="2026-09-21T11:47:31.471" v="929"/>
      <pc:docMkLst>
        <pc:docMk/>
      </pc:docMkLst>
      <pc:sldChg chg="modSp">
        <pc:chgData name="Daniel Schien" userId="7ba24917-3599-403d-93fd-983f215bf8d7" providerId="ADAL" clId="{0A170A1E-D93E-5586-B276-23BE576CEF00}" dt="2026-09-20T11:06:32.085" v="140"/>
        <pc:sldMkLst>
          <pc:docMk/>
          <pc:sldMk cId="3957360635" sldId="259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3957360635" sldId="259"/>
            <ac:spMk id="10" creationId="{C6349EB3-43DF-4155-8B95-9A97B837E08C}"/>
          </ac:spMkLst>
        </pc:spChg>
      </pc:sldChg>
      <pc:sldChg chg="modSp mod">
        <pc:chgData name="Daniel Schien" userId="7ba24917-3599-403d-93fd-983f215bf8d7" providerId="ADAL" clId="{0A170A1E-D93E-5586-B276-23BE576CEF00}" dt="2026-09-20T11:06:32.085" v="140"/>
        <pc:sldMkLst>
          <pc:docMk/>
          <pc:sldMk cId="1877571710" sldId="262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1877571710" sldId="262"/>
            <ac:spMk id="2" creationId="{DCB370D6-6F6D-48FD-9CAB-4A9DC0DAFB83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1877571710" sldId="262"/>
            <ac:spMk id="3" creationId="{810CDB1E-A1BE-4BB7-A1EE-FB4F70772B12}"/>
          </ac:spMkLst>
        </pc:spChg>
      </pc:sldChg>
      <pc:sldChg chg="addSp delSp modSp mod">
        <pc:chgData name="Daniel Schien" userId="7ba24917-3599-403d-93fd-983f215bf8d7" providerId="ADAL" clId="{0A170A1E-D93E-5586-B276-23BE576CEF00}" dt="2026-09-21T11:47:31.471" v="929"/>
        <pc:sldMkLst>
          <pc:docMk/>
          <pc:sldMk cId="1348481708" sldId="265"/>
        </pc:sldMkLst>
        <pc:spChg chg="mod">
          <ac:chgData name="Daniel Schien" userId="7ba24917-3599-403d-93fd-983f215bf8d7" providerId="ADAL" clId="{0A170A1E-D93E-5586-B276-23BE576CEF00}" dt="2026-09-21T11:46:23.375" v="913" actId="20577"/>
          <ac:spMkLst>
            <pc:docMk/>
            <pc:sldMk cId="1348481708" sldId="265"/>
            <ac:spMk id="3" creationId="{4C9CEFB7-2157-4C49-A7B5-5B9B0FC4120D}"/>
          </ac:spMkLst>
        </pc:spChg>
        <pc:graphicFrameChg chg="add del mod modGraphic">
          <ac:chgData name="Daniel Schien" userId="7ba24917-3599-403d-93fd-983f215bf8d7" providerId="ADAL" clId="{0A170A1E-D93E-5586-B276-23BE576CEF00}" dt="2026-09-21T11:47:27.610" v="928" actId="478"/>
          <ac:graphicFrameMkLst>
            <pc:docMk/>
            <pc:sldMk cId="1348481708" sldId="265"/>
            <ac:graphicFrameMk id="2" creationId="{CEF0A11A-8A9B-20C6-566F-C322561EF6D5}"/>
          </ac:graphicFrameMkLst>
        </pc:graphicFrameChg>
        <pc:graphicFrameChg chg="add mod">
          <ac:chgData name="Daniel Schien" userId="7ba24917-3599-403d-93fd-983f215bf8d7" providerId="ADAL" clId="{0A170A1E-D93E-5586-B276-23BE576CEF00}" dt="2026-09-21T11:47:31.471" v="929"/>
          <ac:graphicFrameMkLst>
            <pc:docMk/>
            <pc:sldMk cId="1348481708" sldId="265"/>
            <ac:graphicFrameMk id="4" creationId="{BD4C3A9A-A013-1018-ED0C-C418A7DC4F70}"/>
          </ac:graphicFrameMkLst>
        </pc:graphicFrameChg>
        <pc:graphicFrameChg chg="del modGraphic">
          <ac:chgData name="Daniel Schien" userId="7ba24917-3599-403d-93fd-983f215bf8d7" providerId="ADAL" clId="{0A170A1E-D93E-5586-B276-23BE576CEF00}" dt="2026-09-21T11:45:14.938" v="893" actId="478"/>
          <ac:graphicFrameMkLst>
            <pc:docMk/>
            <pc:sldMk cId="1348481708" sldId="265"/>
            <ac:graphicFrameMk id="8" creationId="{C119B4FB-66C6-BC48-586F-4669647A0C1C}"/>
          </ac:graphicFrameMkLst>
        </pc:graphicFrameChg>
      </pc:sldChg>
      <pc:sldChg chg="modSp mod modAnim">
        <pc:chgData name="Daniel Schien" userId="7ba24917-3599-403d-93fd-983f215bf8d7" providerId="ADAL" clId="{0A170A1E-D93E-5586-B276-23BE576CEF00}" dt="2026-09-20T11:50:15.410" v="512" actId="20577"/>
        <pc:sldMkLst>
          <pc:docMk/>
          <pc:sldMk cId="494913501" sldId="268"/>
        </pc:sldMkLst>
        <pc:spChg chg="mod">
          <ac:chgData name="Daniel Schien" userId="7ba24917-3599-403d-93fd-983f215bf8d7" providerId="ADAL" clId="{0A170A1E-D93E-5586-B276-23BE576CEF00}" dt="2026-09-20T11:50:15.410" v="512" actId="20577"/>
          <ac:spMkLst>
            <pc:docMk/>
            <pc:sldMk cId="494913501" sldId="268"/>
            <ac:spMk id="2" creationId="{C11F535D-087A-486A-93BB-563F93F7258A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494913501" sldId="268"/>
            <ac:spMk id="3" creationId="{D39F7EB9-531F-4C71-B630-32B1C221F69F}"/>
          </ac:spMkLst>
        </pc:spChg>
      </pc:sldChg>
      <pc:sldChg chg="modSp del mod">
        <pc:chgData name="Daniel Schien" userId="7ba24917-3599-403d-93fd-983f215bf8d7" providerId="ADAL" clId="{0A170A1E-D93E-5586-B276-23BE576CEF00}" dt="2026-09-20T11:22:46.972" v="153" actId="2696"/>
        <pc:sldMkLst>
          <pc:docMk/>
          <pc:sldMk cId="1525261900" sldId="269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1525261900" sldId="269"/>
            <ac:spMk id="5" creationId="{81FD63B7-4AF2-4CE9-AC52-C42C0DA1B5E6}"/>
          </ac:spMkLst>
        </pc:spChg>
      </pc:sldChg>
      <pc:sldChg chg="modSp mod">
        <pc:chgData name="Daniel Schien" userId="7ba24917-3599-403d-93fd-983f215bf8d7" providerId="ADAL" clId="{0A170A1E-D93E-5586-B276-23BE576CEF00}" dt="2026-09-20T11:07:58.346" v="150" actId="1076"/>
        <pc:sldMkLst>
          <pc:docMk/>
          <pc:sldMk cId="3488079119" sldId="271"/>
        </pc:sldMkLst>
        <pc:spChg chg="mod">
          <ac:chgData name="Daniel Schien" userId="7ba24917-3599-403d-93fd-983f215bf8d7" providerId="ADAL" clId="{0A170A1E-D93E-5586-B276-23BE576CEF00}" dt="2026-09-20T11:07:58.346" v="150" actId="1076"/>
          <ac:spMkLst>
            <pc:docMk/>
            <pc:sldMk cId="3488079119" sldId="271"/>
            <ac:spMk id="3" creationId="{A422C762-F7AC-4323-A7CE-11B20FA6A1E8}"/>
          </ac:spMkLst>
        </pc:spChg>
      </pc:sldChg>
      <pc:sldChg chg="modSp mod modAnim">
        <pc:chgData name="Daniel Schien" userId="7ba24917-3599-403d-93fd-983f215bf8d7" providerId="ADAL" clId="{0A170A1E-D93E-5586-B276-23BE576CEF00}" dt="2026-09-20T11:37:31.836" v="222" actId="6549"/>
        <pc:sldMkLst>
          <pc:docMk/>
          <pc:sldMk cId="4134060955" sldId="274"/>
        </pc:sldMkLst>
        <pc:spChg chg="mod">
          <ac:chgData name="Daniel Schien" userId="7ba24917-3599-403d-93fd-983f215bf8d7" providerId="ADAL" clId="{0A170A1E-D93E-5586-B276-23BE576CEF00}" dt="2026-09-20T11:37:31.836" v="222" actId="6549"/>
          <ac:spMkLst>
            <pc:docMk/>
            <pc:sldMk cId="4134060955" sldId="274"/>
            <ac:spMk id="2" creationId="{640ACE17-E07D-459C-B113-5D7BAF06DE30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4134060955" sldId="274"/>
            <ac:spMk id="3" creationId="{7A3F4CEC-8CF0-4AEE-BDDD-6DAD2EBB74D8}"/>
          </ac:spMkLst>
        </pc:spChg>
      </pc:sldChg>
      <pc:sldChg chg="modSp">
        <pc:chgData name="Daniel Schien" userId="7ba24917-3599-403d-93fd-983f215bf8d7" providerId="ADAL" clId="{0A170A1E-D93E-5586-B276-23BE576CEF00}" dt="2026-09-20T11:06:32.085" v="140"/>
        <pc:sldMkLst>
          <pc:docMk/>
          <pc:sldMk cId="2208009092" sldId="275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2208009092" sldId="275"/>
            <ac:spMk id="3" creationId="{4208C713-26C7-46F2-AAB2-5899731BE110}"/>
          </ac:spMkLst>
        </pc:spChg>
      </pc:sldChg>
      <pc:sldChg chg="modSp mod">
        <pc:chgData name="Daniel Schien" userId="7ba24917-3599-403d-93fd-983f215bf8d7" providerId="ADAL" clId="{0A170A1E-D93E-5586-B276-23BE576CEF00}" dt="2026-09-20T11:06:32.085" v="140"/>
        <pc:sldMkLst>
          <pc:docMk/>
          <pc:sldMk cId="2703551529" sldId="279"/>
        </pc:sldMkLst>
        <pc:spChg chg="mod">
          <ac:chgData name="Daniel Schien" userId="7ba24917-3599-403d-93fd-983f215bf8d7" providerId="ADAL" clId="{0A170A1E-D93E-5586-B276-23BE576CEF00}" dt="2026-09-20T11:06:08.006" v="135" actId="27636"/>
          <ac:spMkLst>
            <pc:docMk/>
            <pc:sldMk cId="2703551529" sldId="279"/>
            <ac:spMk id="2" creationId="{DCB370D6-6F6D-48FD-9CAB-4A9DC0DAFB83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2703551529" sldId="279"/>
            <ac:spMk id="3" creationId="{810CDB1E-A1BE-4BB7-A1EE-FB4F70772B12}"/>
          </ac:spMkLst>
        </pc:spChg>
      </pc:sldChg>
      <pc:sldChg chg="modSp mod">
        <pc:chgData name="Daniel Schien" userId="7ba24917-3599-403d-93fd-983f215bf8d7" providerId="ADAL" clId="{0A170A1E-D93E-5586-B276-23BE576CEF00}" dt="2026-09-20T11:52:32.661" v="539" actId="20577"/>
        <pc:sldMkLst>
          <pc:docMk/>
          <pc:sldMk cId="4041450454" sldId="280"/>
        </pc:sldMkLst>
        <pc:spChg chg="mod">
          <ac:chgData name="Daniel Schien" userId="7ba24917-3599-403d-93fd-983f215bf8d7" providerId="ADAL" clId="{0A170A1E-D93E-5586-B276-23BE576CEF00}" dt="2026-09-20T11:52:32.661" v="539" actId="20577"/>
          <ac:spMkLst>
            <pc:docMk/>
            <pc:sldMk cId="4041450454" sldId="280"/>
            <ac:spMk id="2" creationId="{4E9FD8B5-DF8D-4849-96BA-25C26B893E28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4041450454" sldId="280"/>
            <ac:spMk id="3" creationId="{4441E459-77B5-4DA0-99A9-26DB8486DAB5}"/>
          </ac:spMkLst>
        </pc:spChg>
      </pc:sldChg>
      <pc:sldChg chg="modSp mod">
        <pc:chgData name="Daniel Schien" userId="7ba24917-3599-403d-93fd-983f215bf8d7" providerId="ADAL" clId="{0A170A1E-D93E-5586-B276-23BE576CEF00}" dt="2026-09-20T11:06:32.085" v="140"/>
        <pc:sldMkLst>
          <pc:docMk/>
          <pc:sldMk cId="3603492644" sldId="281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3603492644" sldId="281"/>
            <ac:spMk id="2" creationId="{0155ECBA-D792-497A-AE7A-5EAFB837214C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3603492644" sldId="281"/>
            <ac:spMk id="3" creationId="{C424A46C-EC9E-4BAD-9430-81DDF74182A1}"/>
          </ac:spMkLst>
        </pc:spChg>
      </pc:sldChg>
      <pc:sldChg chg="modSp mod">
        <pc:chgData name="Daniel Schien" userId="7ba24917-3599-403d-93fd-983f215bf8d7" providerId="ADAL" clId="{0A170A1E-D93E-5586-B276-23BE576CEF00}" dt="2026-09-20T11:06:32.085" v="140"/>
        <pc:sldMkLst>
          <pc:docMk/>
          <pc:sldMk cId="3961115271" sldId="288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3961115271" sldId="288"/>
            <ac:spMk id="2" creationId="{11AD888A-CB8A-4302-8CFF-AE3546F8939D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3961115271" sldId="288"/>
            <ac:spMk id="3" creationId="{8463D51F-E29A-40A1-83FA-AB9E8784763A}"/>
          </ac:spMkLst>
        </pc:spChg>
      </pc:sldChg>
      <pc:sldChg chg="modSp mod">
        <pc:chgData name="Daniel Schien" userId="7ba24917-3599-403d-93fd-983f215bf8d7" providerId="ADAL" clId="{0A170A1E-D93E-5586-B276-23BE576CEF00}" dt="2026-09-20T11:06:32.085" v="140"/>
        <pc:sldMkLst>
          <pc:docMk/>
          <pc:sldMk cId="1887676959" sldId="292"/>
        </pc:sldMkLst>
        <pc:spChg chg="mod">
          <ac:chgData name="Daniel Schien" userId="7ba24917-3599-403d-93fd-983f215bf8d7" providerId="ADAL" clId="{0A170A1E-D93E-5586-B276-23BE576CEF00}" dt="2026-09-20T11:06:07.806" v="114" actId="27636"/>
          <ac:spMkLst>
            <pc:docMk/>
            <pc:sldMk cId="1887676959" sldId="292"/>
            <ac:spMk id="2" creationId="{ACF0EF02-4EED-41A3-879B-1AE8D960B089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1887676959" sldId="292"/>
            <ac:spMk id="3" creationId="{A422C762-F7AC-4323-A7CE-11B20FA6A1E8}"/>
          </ac:spMkLst>
        </pc:spChg>
      </pc:sldChg>
      <pc:sldChg chg="modSp mod modAnim">
        <pc:chgData name="Daniel Schien" userId="7ba24917-3599-403d-93fd-983f215bf8d7" providerId="ADAL" clId="{0A170A1E-D93E-5586-B276-23BE576CEF00}" dt="2026-09-20T11:59:46.619" v="600" actId="20577"/>
        <pc:sldMkLst>
          <pc:docMk/>
          <pc:sldMk cId="3034815293" sldId="1200"/>
        </pc:sldMkLst>
        <pc:spChg chg="mod">
          <ac:chgData name="Daniel Schien" userId="7ba24917-3599-403d-93fd-983f215bf8d7" providerId="ADAL" clId="{0A170A1E-D93E-5586-B276-23BE576CEF00}" dt="2026-09-20T11:59:46.619" v="600" actId="20577"/>
          <ac:spMkLst>
            <pc:docMk/>
            <pc:sldMk cId="3034815293" sldId="1200"/>
            <ac:spMk id="2" creationId="{640ACE17-E07D-459C-B113-5D7BAF06DE30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3034815293" sldId="1200"/>
            <ac:spMk id="3" creationId="{7A3F4CEC-8CF0-4AEE-BDDD-6DAD2EBB74D8}"/>
          </ac:spMkLst>
        </pc:spChg>
      </pc:sldChg>
      <pc:sldChg chg="modSp mod">
        <pc:chgData name="Daniel Schien" userId="7ba24917-3599-403d-93fd-983f215bf8d7" providerId="ADAL" clId="{0A170A1E-D93E-5586-B276-23BE576CEF00}" dt="2026-09-20T11:06:32.085" v="140"/>
        <pc:sldMkLst>
          <pc:docMk/>
          <pc:sldMk cId="1371423950" sldId="1203"/>
        </pc:sldMkLst>
        <pc:spChg chg="mod">
          <ac:chgData name="Daniel Schien" userId="7ba24917-3599-403d-93fd-983f215bf8d7" providerId="ADAL" clId="{0A170A1E-D93E-5586-B276-23BE576CEF00}" dt="2026-09-20T11:06:07.887" v="123" actId="27636"/>
          <ac:spMkLst>
            <pc:docMk/>
            <pc:sldMk cId="1371423950" sldId="1203"/>
            <ac:spMk id="2" creationId="{640ACE17-E07D-459C-B113-5D7BAF06DE30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1371423950" sldId="1203"/>
            <ac:spMk id="3" creationId="{7A3F4CEC-8CF0-4AEE-BDDD-6DAD2EBB74D8}"/>
          </ac:spMkLst>
        </pc:spChg>
      </pc:sldChg>
      <pc:sldChg chg="modSp mod modAnim">
        <pc:chgData name="Daniel Schien" userId="7ba24917-3599-403d-93fd-983f215bf8d7" providerId="ADAL" clId="{0A170A1E-D93E-5586-B276-23BE576CEF00}" dt="2026-09-20T12:31:15.344" v="802" actId="20577"/>
        <pc:sldMkLst>
          <pc:docMk/>
          <pc:sldMk cId="1654679454" sldId="1204"/>
        </pc:sldMkLst>
        <pc:spChg chg="mod">
          <ac:chgData name="Daniel Schien" userId="7ba24917-3599-403d-93fd-983f215bf8d7" providerId="ADAL" clId="{0A170A1E-D93E-5586-B276-23BE576CEF00}" dt="2026-09-20T12:31:15.344" v="802" actId="20577"/>
          <ac:spMkLst>
            <pc:docMk/>
            <pc:sldMk cId="1654679454" sldId="1204"/>
            <ac:spMk id="2" creationId="{640ACE17-E07D-459C-B113-5D7BAF06DE30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1654679454" sldId="1204"/>
            <ac:spMk id="3" creationId="{7A3F4CEC-8CF0-4AEE-BDDD-6DAD2EBB74D8}"/>
          </ac:spMkLst>
        </pc:spChg>
      </pc:sldChg>
      <pc:sldChg chg="modSp mod">
        <pc:chgData name="Daniel Schien" userId="7ba24917-3599-403d-93fd-983f215bf8d7" providerId="ADAL" clId="{0A170A1E-D93E-5586-B276-23BE576CEF00}" dt="2026-09-20T11:06:32.085" v="140"/>
        <pc:sldMkLst>
          <pc:docMk/>
          <pc:sldMk cId="1665945037" sldId="1205"/>
        </pc:sldMkLst>
        <pc:spChg chg="mod">
          <ac:chgData name="Daniel Schien" userId="7ba24917-3599-403d-93fd-983f215bf8d7" providerId="ADAL" clId="{0A170A1E-D93E-5586-B276-23BE576CEF00}" dt="2026-09-20T11:06:08.001" v="134" actId="27636"/>
          <ac:spMkLst>
            <pc:docMk/>
            <pc:sldMk cId="1665945037" sldId="1205"/>
            <ac:spMk id="2" creationId="{DCB370D6-6F6D-48FD-9CAB-4A9DC0DAFB83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1665945037" sldId="1205"/>
            <ac:spMk id="3" creationId="{810CDB1E-A1BE-4BB7-A1EE-FB4F70772B12}"/>
          </ac:spMkLst>
        </pc:spChg>
      </pc:sldChg>
      <pc:sldChg chg="delSp modSp del mod">
        <pc:chgData name="Daniel Schien" userId="7ba24917-3599-403d-93fd-983f215bf8d7" providerId="ADAL" clId="{0A170A1E-D93E-5586-B276-23BE576CEF00}" dt="2026-09-21T11:46:16.863" v="895" actId="2696"/>
        <pc:sldMkLst>
          <pc:docMk/>
          <pc:sldMk cId="3300256435" sldId="1207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3300256435" sldId="1207"/>
            <ac:spMk id="3" creationId="{4C9CEFB7-2157-4C49-A7B5-5B9B0FC4120D}"/>
          </ac:spMkLst>
        </pc:spChg>
        <pc:graphicFrameChg chg="del">
          <ac:chgData name="Daniel Schien" userId="7ba24917-3599-403d-93fd-983f215bf8d7" providerId="ADAL" clId="{0A170A1E-D93E-5586-B276-23BE576CEF00}" dt="2026-09-21T11:45:18.643" v="894" actId="478"/>
          <ac:graphicFrameMkLst>
            <pc:docMk/>
            <pc:sldMk cId="3300256435" sldId="1207"/>
            <ac:graphicFrameMk id="8" creationId="{C119B4FB-66C6-BC48-586F-4669647A0C1C}"/>
          </ac:graphicFrameMkLst>
        </pc:graphicFrameChg>
      </pc:sldChg>
      <pc:sldChg chg="modSp mod">
        <pc:chgData name="Daniel Schien" userId="7ba24917-3599-403d-93fd-983f215bf8d7" providerId="ADAL" clId="{0A170A1E-D93E-5586-B276-23BE576CEF00}" dt="2026-09-20T11:06:58.829" v="142" actId="1076"/>
        <pc:sldMkLst>
          <pc:docMk/>
          <pc:sldMk cId="2640011588" sldId="1212"/>
        </pc:sldMkLst>
        <pc:picChg chg="mod">
          <ac:chgData name="Daniel Schien" userId="7ba24917-3599-403d-93fd-983f215bf8d7" providerId="ADAL" clId="{0A170A1E-D93E-5586-B276-23BE576CEF00}" dt="2026-09-20T11:06:58.829" v="142" actId="1076"/>
          <ac:picMkLst>
            <pc:docMk/>
            <pc:sldMk cId="2640011588" sldId="1212"/>
            <ac:picMk id="3" creationId="{D9F855F3-07EF-4C62-D8F4-18307E46E7E3}"/>
          </ac:picMkLst>
        </pc:picChg>
      </pc:sldChg>
      <pc:sldChg chg="modSp del">
        <pc:chgData name="Daniel Schien" userId="7ba24917-3599-403d-93fd-983f215bf8d7" providerId="ADAL" clId="{0A170A1E-D93E-5586-B276-23BE576CEF00}" dt="2026-09-20T11:07:45.931" v="149" actId="2696"/>
        <pc:sldMkLst>
          <pc:docMk/>
          <pc:sldMk cId="4123204786" sldId="1214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4123204786" sldId="1214"/>
            <ac:spMk id="2" creationId="{B5DC51FA-6949-40B5-4AEC-3D8C5A8E9C23}"/>
          </ac:spMkLst>
        </pc:spChg>
      </pc:sldChg>
      <pc:sldChg chg="addSp delSp modSp mod">
        <pc:chgData name="Daniel Schien" userId="7ba24917-3599-403d-93fd-983f215bf8d7" providerId="ADAL" clId="{0A170A1E-D93E-5586-B276-23BE576CEF00}" dt="2026-09-21T08:46:38.382" v="889" actId="1076"/>
        <pc:sldMkLst>
          <pc:docMk/>
          <pc:sldMk cId="689413953" sldId="1215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689413953" sldId="1215"/>
            <ac:spMk id="2" creationId="{B5DC51FA-6949-40B5-4AEC-3D8C5A8E9C23}"/>
          </ac:spMkLst>
        </pc:spChg>
        <pc:spChg chg="add mod">
          <ac:chgData name="Daniel Schien" userId="7ba24917-3599-403d-93fd-983f215bf8d7" providerId="ADAL" clId="{0A170A1E-D93E-5586-B276-23BE576CEF00}" dt="2026-09-20T11:57:12.806" v="565" actId="1076"/>
          <ac:spMkLst>
            <pc:docMk/>
            <pc:sldMk cId="689413953" sldId="1215"/>
            <ac:spMk id="4" creationId="{81CBA382-E1DC-7E8B-C634-579FC04B1045}"/>
          </ac:spMkLst>
        </pc:spChg>
        <pc:spChg chg="del">
          <ac:chgData name="Daniel Schien" userId="7ba24917-3599-403d-93fd-983f215bf8d7" providerId="ADAL" clId="{0A170A1E-D93E-5586-B276-23BE576CEF00}" dt="2026-09-20T11:08:05.064" v="151" actId="478"/>
          <ac:spMkLst>
            <pc:docMk/>
            <pc:sldMk cId="689413953" sldId="1215"/>
            <ac:spMk id="8" creationId="{107F41B0-3F71-8012-8C94-712200E668E0}"/>
          </ac:spMkLst>
        </pc:spChg>
        <pc:spChg chg="mod">
          <ac:chgData name="Daniel Schien" userId="7ba24917-3599-403d-93fd-983f215bf8d7" providerId="ADAL" clId="{0A170A1E-D93E-5586-B276-23BE576CEF00}" dt="2026-09-20T11:57:12.806" v="565" actId="1076"/>
          <ac:spMkLst>
            <pc:docMk/>
            <pc:sldMk cId="689413953" sldId="1215"/>
            <ac:spMk id="9" creationId="{5787D2AE-E6DC-CEEB-ABA5-15CA4E45432B}"/>
          </ac:spMkLst>
        </pc:spChg>
        <pc:spChg chg="add mod">
          <ac:chgData name="Daniel Schien" userId="7ba24917-3599-403d-93fd-983f215bf8d7" providerId="ADAL" clId="{0A170A1E-D93E-5586-B276-23BE576CEF00}" dt="2026-09-21T08:46:36.181" v="888" actId="1076"/>
          <ac:spMkLst>
            <pc:docMk/>
            <pc:sldMk cId="689413953" sldId="1215"/>
            <ac:spMk id="10" creationId="{5C05FEBD-7C62-5010-039F-483D269C5B83}"/>
          </ac:spMkLst>
        </pc:spChg>
        <pc:spChg chg="add mod">
          <ac:chgData name="Daniel Schien" userId="7ba24917-3599-403d-93fd-983f215bf8d7" providerId="ADAL" clId="{0A170A1E-D93E-5586-B276-23BE576CEF00}" dt="2026-09-21T08:46:38.382" v="889" actId="1076"/>
          <ac:spMkLst>
            <pc:docMk/>
            <pc:sldMk cId="689413953" sldId="1215"/>
            <ac:spMk id="15" creationId="{302711C0-5D56-2706-E326-2F3D7048E602}"/>
          </ac:spMkLst>
        </pc:spChg>
        <pc:picChg chg="add mod modCrop">
          <ac:chgData name="Daniel Schien" userId="7ba24917-3599-403d-93fd-983f215bf8d7" providerId="ADAL" clId="{0A170A1E-D93E-5586-B276-23BE576CEF00}" dt="2026-09-20T11:57:12.806" v="565" actId="1076"/>
          <ac:picMkLst>
            <pc:docMk/>
            <pc:sldMk cId="689413953" sldId="1215"/>
            <ac:picMk id="3" creationId="{A34E6324-9680-99BB-BC02-29DBDE1EFAC1}"/>
          </ac:picMkLst>
        </pc:picChg>
        <pc:picChg chg="mod modCrop">
          <ac:chgData name="Daniel Schien" userId="7ba24917-3599-403d-93fd-983f215bf8d7" providerId="ADAL" clId="{0A170A1E-D93E-5586-B276-23BE576CEF00}" dt="2026-09-20T11:57:12.806" v="565" actId="1076"/>
          <ac:picMkLst>
            <pc:docMk/>
            <pc:sldMk cId="689413953" sldId="1215"/>
            <ac:picMk id="5" creationId="{056C528E-1391-E84C-6D38-6EE58A8E1D13}"/>
          </ac:picMkLst>
        </pc:picChg>
        <pc:picChg chg="del">
          <ac:chgData name="Daniel Schien" userId="7ba24917-3599-403d-93fd-983f215bf8d7" providerId="ADAL" clId="{0A170A1E-D93E-5586-B276-23BE576CEF00}" dt="2026-09-20T11:08:05.064" v="151" actId="478"/>
          <ac:picMkLst>
            <pc:docMk/>
            <pc:sldMk cId="689413953" sldId="1215"/>
            <ac:picMk id="6" creationId="{F200EDBD-749E-4731-CA0B-33EA2B93E8AF}"/>
          </ac:picMkLst>
        </pc:picChg>
        <pc:picChg chg="add mod modCrop">
          <ac:chgData name="Daniel Schien" userId="7ba24917-3599-403d-93fd-983f215bf8d7" providerId="ADAL" clId="{0A170A1E-D93E-5586-B276-23BE576CEF00}" dt="2026-09-21T08:46:20.447" v="887" actId="18131"/>
          <ac:picMkLst>
            <pc:docMk/>
            <pc:sldMk cId="689413953" sldId="1215"/>
            <ac:picMk id="7" creationId="{F62A74D3-6E66-8253-0E70-13FBDDE24D93}"/>
          </ac:picMkLst>
        </pc:picChg>
        <pc:picChg chg="add mod modCrop">
          <ac:chgData name="Daniel Schien" userId="7ba24917-3599-403d-93fd-983f215bf8d7" providerId="ADAL" clId="{0A170A1E-D93E-5586-B276-23BE576CEF00}" dt="2026-09-20T11:57:29.692" v="567" actId="732"/>
          <ac:picMkLst>
            <pc:docMk/>
            <pc:sldMk cId="689413953" sldId="1215"/>
            <ac:picMk id="16" creationId="{81190E18-6892-E9FB-B02C-C8C43D0F76C4}"/>
          </ac:picMkLst>
        </pc:picChg>
      </pc:sldChg>
      <pc:sldChg chg="modSp">
        <pc:chgData name="Daniel Schien" userId="7ba24917-3599-403d-93fd-983f215bf8d7" providerId="ADAL" clId="{0A170A1E-D93E-5586-B276-23BE576CEF00}" dt="2026-09-20T11:06:32.085" v="140"/>
        <pc:sldMkLst>
          <pc:docMk/>
          <pc:sldMk cId="2399163904" sldId="1216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2399163904" sldId="1216"/>
            <ac:spMk id="2" creationId="{B5DC51FA-6949-40B5-4AEC-3D8C5A8E9C23}"/>
          </ac:spMkLst>
        </pc:spChg>
      </pc:sldChg>
      <pc:sldChg chg="modSp mod">
        <pc:chgData name="Daniel Schien" userId="7ba24917-3599-403d-93fd-983f215bf8d7" providerId="ADAL" clId="{0A170A1E-D93E-5586-B276-23BE576CEF00}" dt="2026-09-20T11:06:32.085" v="140"/>
        <pc:sldMkLst>
          <pc:docMk/>
          <pc:sldMk cId="1043965361" sldId="1218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1043965361" sldId="1218"/>
            <ac:spMk id="2" creationId="{0155ECBA-D792-497A-AE7A-5EAFB837214C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1043965361" sldId="1218"/>
            <ac:spMk id="3" creationId="{C424A46C-EC9E-4BAD-9430-81DDF74182A1}"/>
          </ac:spMkLst>
        </pc:spChg>
      </pc:sldChg>
      <pc:sldChg chg="modSp mod modAnim">
        <pc:chgData name="Daniel Schien" userId="7ba24917-3599-403d-93fd-983f215bf8d7" providerId="ADAL" clId="{0A170A1E-D93E-5586-B276-23BE576CEF00}" dt="2026-09-20T11:37:14.063" v="217" actId="207"/>
        <pc:sldMkLst>
          <pc:docMk/>
          <pc:sldMk cId="1444137812" sldId="1220"/>
        </pc:sldMkLst>
        <pc:spChg chg="mod">
          <ac:chgData name="Daniel Schien" userId="7ba24917-3599-403d-93fd-983f215bf8d7" providerId="ADAL" clId="{0A170A1E-D93E-5586-B276-23BE576CEF00}" dt="2026-09-20T11:37:14.063" v="217" actId="207"/>
          <ac:spMkLst>
            <pc:docMk/>
            <pc:sldMk cId="1444137812" sldId="1220"/>
            <ac:spMk id="2" creationId="{640ACE17-E07D-459C-B113-5D7BAF06DE30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1444137812" sldId="1220"/>
            <ac:spMk id="3" creationId="{7A3F4CEC-8CF0-4AEE-BDDD-6DAD2EBB74D8}"/>
          </ac:spMkLst>
        </pc:spChg>
      </pc:sldChg>
      <pc:sldChg chg="modSp mod">
        <pc:chgData name="Daniel Schien" userId="7ba24917-3599-403d-93fd-983f215bf8d7" providerId="ADAL" clId="{0A170A1E-D93E-5586-B276-23BE576CEF00}" dt="2026-09-20T11:06:07.900" v="125" actId="27636"/>
        <pc:sldMkLst>
          <pc:docMk/>
          <pc:sldMk cId="2028316703" sldId="1223"/>
        </pc:sldMkLst>
        <pc:spChg chg="mod">
          <ac:chgData name="Daniel Schien" userId="7ba24917-3599-403d-93fd-983f215bf8d7" providerId="ADAL" clId="{0A170A1E-D93E-5586-B276-23BE576CEF00}" dt="2026-09-20T11:06:07.900" v="125" actId="27636"/>
          <ac:spMkLst>
            <pc:docMk/>
            <pc:sldMk cId="2028316703" sldId="1223"/>
            <ac:spMk id="2" creationId="{640ACE17-E07D-459C-B113-5D7BAF06DE30}"/>
          </ac:spMkLst>
        </pc:spChg>
      </pc:sldChg>
      <pc:sldChg chg="modSp">
        <pc:chgData name="Daniel Schien" userId="7ba24917-3599-403d-93fd-983f215bf8d7" providerId="ADAL" clId="{0A170A1E-D93E-5586-B276-23BE576CEF00}" dt="2026-09-20T11:49:12.750" v="487" actId="20577"/>
        <pc:sldMkLst>
          <pc:docMk/>
          <pc:sldMk cId="44787018" sldId="1224"/>
        </pc:sldMkLst>
        <pc:spChg chg="mod">
          <ac:chgData name="Daniel Schien" userId="7ba24917-3599-403d-93fd-983f215bf8d7" providerId="ADAL" clId="{0A170A1E-D93E-5586-B276-23BE576CEF00}" dt="2026-09-20T11:49:12.750" v="487" actId="20577"/>
          <ac:spMkLst>
            <pc:docMk/>
            <pc:sldMk cId="44787018" sldId="1224"/>
            <ac:spMk id="2" creationId="{C11F535D-087A-486A-93BB-563F93F7258A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44787018" sldId="1224"/>
            <ac:spMk id="3" creationId="{D39F7EB9-531F-4C71-B630-32B1C221F69F}"/>
          </ac:spMkLst>
        </pc:spChg>
      </pc:sldChg>
      <pc:sldChg chg="modSp mod">
        <pc:chgData name="Daniel Schien" userId="7ba24917-3599-403d-93fd-983f215bf8d7" providerId="ADAL" clId="{0A170A1E-D93E-5586-B276-23BE576CEF00}" dt="2026-09-20T11:49:27.158" v="488" actId="6549"/>
        <pc:sldMkLst>
          <pc:docMk/>
          <pc:sldMk cId="757781844" sldId="1225"/>
        </pc:sldMkLst>
        <pc:spChg chg="mod">
          <ac:chgData name="Daniel Schien" userId="7ba24917-3599-403d-93fd-983f215bf8d7" providerId="ADAL" clId="{0A170A1E-D93E-5586-B276-23BE576CEF00}" dt="2026-09-20T11:49:27.158" v="488" actId="6549"/>
          <ac:spMkLst>
            <pc:docMk/>
            <pc:sldMk cId="757781844" sldId="1225"/>
            <ac:spMk id="2" creationId="{C11F535D-087A-486A-93BB-563F93F7258A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757781844" sldId="1225"/>
            <ac:spMk id="3" creationId="{D39F7EB9-531F-4C71-B630-32B1C221F69F}"/>
          </ac:spMkLst>
        </pc:spChg>
      </pc:sldChg>
      <pc:sldChg chg="modSp">
        <pc:chgData name="Daniel Schien" userId="7ba24917-3599-403d-93fd-983f215bf8d7" providerId="ADAL" clId="{0A170A1E-D93E-5586-B276-23BE576CEF00}" dt="2026-09-20T11:06:32.085" v="140"/>
        <pc:sldMkLst>
          <pc:docMk/>
          <pc:sldMk cId="3842228017" sldId="1226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3842228017" sldId="1226"/>
            <ac:spMk id="3" creationId="{D39F7EB9-531F-4C71-B630-32B1C221F69F}"/>
          </ac:spMkLst>
        </pc:spChg>
      </pc:sldChg>
      <pc:sldChg chg="modSp">
        <pc:chgData name="Daniel Schien" userId="7ba24917-3599-403d-93fd-983f215bf8d7" providerId="ADAL" clId="{0A170A1E-D93E-5586-B276-23BE576CEF00}" dt="2026-09-20T11:06:32.085" v="140"/>
        <pc:sldMkLst>
          <pc:docMk/>
          <pc:sldMk cId="4103161537" sldId="1227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4103161537" sldId="1227"/>
            <ac:spMk id="3" creationId="{D39F7EB9-531F-4C71-B630-32B1C221F69F}"/>
          </ac:spMkLst>
        </pc:spChg>
      </pc:sldChg>
      <pc:sldChg chg="modSp mod">
        <pc:chgData name="Daniel Schien" userId="7ba24917-3599-403d-93fd-983f215bf8d7" providerId="ADAL" clId="{0A170A1E-D93E-5586-B276-23BE576CEF00}" dt="2026-09-20T11:44:13.135" v="234" actId="20577"/>
        <pc:sldMkLst>
          <pc:docMk/>
          <pc:sldMk cId="4121088121" sldId="1228"/>
        </pc:sldMkLst>
        <pc:spChg chg="mod">
          <ac:chgData name="Daniel Schien" userId="7ba24917-3599-403d-93fd-983f215bf8d7" providerId="ADAL" clId="{0A170A1E-D93E-5586-B276-23BE576CEF00}" dt="2026-09-20T11:44:13.135" v="234" actId="20577"/>
          <ac:spMkLst>
            <pc:docMk/>
            <pc:sldMk cId="4121088121" sldId="1228"/>
            <ac:spMk id="2" creationId="{C11F535D-087A-486A-93BB-563F93F7258A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4121088121" sldId="1228"/>
            <ac:spMk id="3" creationId="{D39F7EB9-531F-4C71-B630-32B1C221F69F}"/>
          </ac:spMkLst>
        </pc:spChg>
      </pc:sldChg>
      <pc:sldChg chg="modSp mod">
        <pc:chgData name="Daniel Schien" userId="7ba24917-3599-403d-93fd-983f215bf8d7" providerId="ADAL" clId="{0A170A1E-D93E-5586-B276-23BE576CEF00}" dt="2026-09-20T11:06:32.085" v="140"/>
        <pc:sldMkLst>
          <pc:docMk/>
          <pc:sldMk cId="1658741389" sldId="1229"/>
        </pc:sldMkLst>
        <pc:spChg chg="mod">
          <ac:chgData name="Daniel Schien" userId="7ba24917-3599-403d-93fd-983f215bf8d7" providerId="ADAL" clId="{0A170A1E-D93E-5586-B276-23BE576CEF00}" dt="2026-09-20T11:06:07.961" v="131" actId="27636"/>
          <ac:spMkLst>
            <pc:docMk/>
            <pc:sldMk cId="1658741389" sldId="1229"/>
            <ac:spMk id="2" creationId="{C11F535D-087A-486A-93BB-563F93F7258A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1658741389" sldId="1229"/>
            <ac:spMk id="3" creationId="{D39F7EB9-531F-4C71-B630-32B1C221F69F}"/>
          </ac:spMkLst>
        </pc:spChg>
      </pc:sldChg>
      <pc:sldChg chg="modSp del">
        <pc:chgData name="Daniel Schien" userId="7ba24917-3599-403d-93fd-983f215bf8d7" providerId="ADAL" clId="{0A170A1E-D93E-5586-B276-23BE576CEF00}" dt="2026-09-20T12:32:04.904" v="862" actId="2696"/>
        <pc:sldMkLst>
          <pc:docMk/>
          <pc:sldMk cId="3676489326" sldId="1231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3676489326" sldId="1231"/>
            <ac:spMk id="3" creationId="{D39F7EB9-531F-4C71-B630-32B1C221F69F}"/>
          </ac:spMkLst>
        </pc:spChg>
      </pc:sldChg>
      <pc:sldChg chg="modSp mod">
        <pc:chgData name="Daniel Schien" userId="7ba24917-3599-403d-93fd-983f215bf8d7" providerId="ADAL" clId="{0A170A1E-D93E-5586-B276-23BE576CEF00}" dt="2026-09-20T11:06:07.904" v="126" actId="27636"/>
        <pc:sldMkLst>
          <pc:docMk/>
          <pc:sldMk cId="3607511586" sldId="1232"/>
        </pc:sldMkLst>
        <pc:spChg chg="mod">
          <ac:chgData name="Daniel Schien" userId="7ba24917-3599-403d-93fd-983f215bf8d7" providerId="ADAL" clId="{0A170A1E-D93E-5586-B276-23BE576CEF00}" dt="2026-09-20T11:06:07.904" v="126" actId="27636"/>
          <ac:spMkLst>
            <pc:docMk/>
            <pc:sldMk cId="3607511586" sldId="1232"/>
            <ac:spMk id="2" creationId="{640ACE17-E07D-459C-B113-5D7BAF06DE30}"/>
          </ac:spMkLst>
        </pc:spChg>
      </pc:sldChg>
      <pc:sldChg chg="addSp modSp mod">
        <pc:chgData name="Daniel Schien" userId="7ba24917-3599-403d-93fd-983f215bf8d7" providerId="ADAL" clId="{0A170A1E-D93E-5586-B276-23BE576CEF00}" dt="2026-09-20T13:14:43.067" v="879" actId="1076"/>
        <pc:sldMkLst>
          <pc:docMk/>
          <pc:sldMk cId="2552368347" sldId="1234"/>
        </pc:sldMkLst>
        <pc:spChg chg="mod">
          <ac:chgData name="Daniel Schien" userId="7ba24917-3599-403d-93fd-983f215bf8d7" providerId="ADAL" clId="{0A170A1E-D93E-5586-B276-23BE576CEF00}" dt="2026-09-20T11:44:44.802" v="236" actId="27636"/>
          <ac:spMkLst>
            <pc:docMk/>
            <pc:sldMk cId="2552368347" sldId="1234"/>
            <ac:spMk id="2" creationId="{DCB370D6-6F6D-48FD-9CAB-4A9DC0DAFB83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2552368347" sldId="1234"/>
            <ac:spMk id="3" creationId="{810CDB1E-A1BE-4BB7-A1EE-FB4F70772B12}"/>
          </ac:spMkLst>
        </pc:spChg>
        <pc:picChg chg="add mod">
          <ac:chgData name="Daniel Schien" userId="7ba24917-3599-403d-93fd-983f215bf8d7" providerId="ADAL" clId="{0A170A1E-D93E-5586-B276-23BE576CEF00}" dt="2026-09-20T13:14:43.067" v="879" actId="1076"/>
          <ac:picMkLst>
            <pc:docMk/>
            <pc:sldMk cId="2552368347" sldId="1234"/>
            <ac:picMk id="5" creationId="{7FF2071D-2B85-C654-6A2E-E92978725F07}"/>
          </ac:picMkLst>
        </pc:picChg>
      </pc:sldChg>
      <pc:sldChg chg="modSp mod">
        <pc:chgData name="Daniel Schien" userId="7ba24917-3599-403d-93fd-983f215bf8d7" providerId="ADAL" clId="{0A170A1E-D93E-5586-B276-23BE576CEF00}" dt="2026-09-20T11:06:32.085" v="140"/>
        <pc:sldMkLst>
          <pc:docMk/>
          <pc:sldMk cId="1103453463" sldId="1235"/>
        </pc:sldMkLst>
        <pc:spChg chg="mod">
          <ac:chgData name="Daniel Schien" userId="7ba24917-3599-403d-93fd-983f215bf8d7" providerId="ADAL" clId="{0A170A1E-D93E-5586-B276-23BE576CEF00}" dt="2026-09-20T11:06:07.935" v="129" actId="27636"/>
          <ac:spMkLst>
            <pc:docMk/>
            <pc:sldMk cId="1103453463" sldId="1235"/>
            <ac:spMk id="2" creationId="{C11F535D-087A-486A-93BB-563F93F7258A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1103453463" sldId="1235"/>
            <ac:spMk id="3" creationId="{D39F7EB9-531F-4C71-B630-32B1C221F69F}"/>
          </ac:spMkLst>
        </pc:spChg>
      </pc:sldChg>
      <pc:sldChg chg="modSp mod">
        <pc:chgData name="Daniel Schien" userId="7ba24917-3599-403d-93fd-983f215bf8d7" providerId="ADAL" clId="{0A170A1E-D93E-5586-B276-23BE576CEF00}" dt="2026-09-20T11:06:32.085" v="140"/>
        <pc:sldMkLst>
          <pc:docMk/>
          <pc:sldMk cId="3417190753" sldId="1236"/>
        </pc:sldMkLst>
        <pc:spChg chg="mod">
          <ac:chgData name="Daniel Schien" userId="7ba24917-3599-403d-93fd-983f215bf8d7" providerId="ADAL" clId="{0A170A1E-D93E-5586-B276-23BE576CEF00}" dt="2026-09-20T11:06:07.897" v="124" actId="27636"/>
          <ac:spMkLst>
            <pc:docMk/>
            <pc:sldMk cId="3417190753" sldId="1236"/>
            <ac:spMk id="2" creationId="{37B2E0E4-FCC8-462D-9994-2D92B6E19B26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3417190753" sldId="1236"/>
            <ac:spMk id="3" creationId="{4208C713-26C7-46F2-AAB2-5899731BE110}"/>
          </ac:spMkLst>
        </pc:spChg>
      </pc:sldChg>
      <pc:sldChg chg="modSp mod modAnim">
        <pc:chgData name="Daniel Schien" userId="7ba24917-3599-403d-93fd-983f215bf8d7" providerId="ADAL" clId="{0A170A1E-D93E-5586-B276-23BE576CEF00}" dt="2026-09-20T11:48:55.268" v="478" actId="6549"/>
        <pc:sldMkLst>
          <pc:docMk/>
          <pc:sldMk cId="1565784299" sldId="1237"/>
        </pc:sldMkLst>
        <pc:spChg chg="mod">
          <ac:chgData name="Daniel Schien" userId="7ba24917-3599-403d-93fd-983f215bf8d7" providerId="ADAL" clId="{0A170A1E-D93E-5586-B276-23BE576CEF00}" dt="2026-09-20T11:48:54.022" v="477" actId="6549"/>
          <ac:spMkLst>
            <pc:docMk/>
            <pc:sldMk cId="1565784299" sldId="1237"/>
            <ac:spMk id="2" creationId="{C11F535D-087A-486A-93BB-563F93F7258A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1565784299" sldId="1237"/>
            <ac:spMk id="3" creationId="{D39F7EB9-531F-4C71-B630-32B1C221F69F}"/>
          </ac:spMkLst>
        </pc:spChg>
      </pc:sldChg>
      <pc:sldChg chg="modSp mod">
        <pc:chgData name="Daniel Schien" userId="7ba24917-3599-403d-93fd-983f215bf8d7" providerId="ADAL" clId="{0A170A1E-D93E-5586-B276-23BE576CEF00}" dt="2026-09-20T11:45:17.722" v="285" actId="20577"/>
        <pc:sldMkLst>
          <pc:docMk/>
          <pc:sldMk cId="3996453718" sldId="1239"/>
        </pc:sldMkLst>
        <pc:spChg chg="mod">
          <ac:chgData name="Daniel Schien" userId="7ba24917-3599-403d-93fd-983f215bf8d7" providerId="ADAL" clId="{0A170A1E-D93E-5586-B276-23BE576CEF00}" dt="2026-09-20T11:45:17.722" v="285" actId="20577"/>
          <ac:spMkLst>
            <pc:docMk/>
            <pc:sldMk cId="3996453718" sldId="1239"/>
            <ac:spMk id="2" creationId="{DCB370D6-6F6D-48FD-9CAB-4A9DC0DAFB83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3996453718" sldId="1239"/>
            <ac:spMk id="3" creationId="{810CDB1E-A1BE-4BB7-A1EE-FB4F70772B12}"/>
          </ac:spMkLst>
        </pc:spChg>
      </pc:sldChg>
      <pc:sldChg chg="modSp mod">
        <pc:chgData name="Daniel Schien" userId="7ba24917-3599-403d-93fd-983f215bf8d7" providerId="ADAL" clId="{0A170A1E-D93E-5586-B276-23BE576CEF00}" dt="2026-09-20T11:06:32.085" v="140"/>
        <pc:sldMkLst>
          <pc:docMk/>
          <pc:sldMk cId="341902821" sldId="1241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341902821" sldId="1241"/>
            <ac:spMk id="2" creationId="{31D201BA-BBF4-7B95-7277-6E98A29CD19E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341902821" sldId="1241"/>
            <ac:spMk id="3" creationId="{3B4E34E4-F647-EE08-8C41-D0E5D7AA2249}"/>
          </ac:spMkLst>
        </pc:spChg>
      </pc:sldChg>
      <pc:sldChg chg="modSp">
        <pc:chgData name="Daniel Schien" userId="7ba24917-3599-403d-93fd-983f215bf8d7" providerId="ADAL" clId="{0A170A1E-D93E-5586-B276-23BE576CEF00}" dt="2026-09-20T11:06:32.085" v="140"/>
        <pc:sldMkLst>
          <pc:docMk/>
          <pc:sldMk cId="2169107304" sldId="1242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2169107304" sldId="1242"/>
            <ac:spMk id="2" creationId="{58CAB2B8-C7BE-7B2A-C4C0-F22311121027}"/>
          </ac:spMkLst>
        </pc:spChg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2169107304" sldId="1242"/>
            <ac:spMk id="3" creationId="{CE18F48E-A5A7-5EBC-3D96-92CFB4C72F68}"/>
          </ac:spMkLst>
        </pc:spChg>
      </pc:sldChg>
      <pc:sldChg chg="del">
        <pc:chgData name="Daniel Schien" userId="7ba24917-3599-403d-93fd-983f215bf8d7" providerId="ADAL" clId="{0A170A1E-D93E-5586-B276-23BE576CEF00}" dt="2026-09-20T11:22:42.940" v="152" actId="2696"/>
        <pc:sldMkLst>
          <pc:docMk/>
          <pc:sldMk cId="142045112" sldId="1243"/>
        </pc:sldMkLst>
      </pc:sldChg>
      <pc:sldChg chg="modSp del">
        <pc:chgData name="Daniel Schien" userId="7ba24917-3599-403d-93fd-983f215bf8d7" providerId="ADAL" clId="{0A170A1E-D93E-5586-B276-23BE576CEF00}" dt="2026-09-20T11:33:57.604" v="200" actId="2696"/>
        <pc:sldMkLst>
          <pc:docMk/>
          <pc:sldMk cId="3267889591" sldId="1244"/>
        </pc:sldMkLst>
        <pc:spChg chg="mod">
          <ac:chgData name="Daniel Schien" userId="7ba24917-3599-403d-93fd-983f215bf8d7" providerId="ADAL" clId="{0A170A1E-D93E-5586-B276-23BE576CEF00}" dt="2026-09-20T11:06:32.085" v="140"/>
          <ac:spMkLst>
            <pc:docMk/>
            <pc:sldMk cId="3267889591" sldId="1244"/>
            <ac:spMk id="2" creationId="{0378818D-CD5A-36BB-22EB-C249B46078C8}"/>
          </ac:spMkLst>
        </pc:spChg>
      </pc:sldChg>
      <pc:sldChg chg="addSp delSp modSp new mod">
        <pc:chgData name="Daniel Schien" userId="7ba24917-3599-403d-93fd-983f215bf8d7" providerId="ADAL" clId="{0A170A1E-D93E-5586-B276-23BE576CEF00}" dt="2026-09-20T11:07:38.225" v="148" actId="27636"/>
        <pc:sldMkLst>
          <pc:docMk/>
          <pc:sldMk cId="4230179850" sldId="1245"/>
        </pc:sldMkLst>
        <pc:spChg chg="mod">
          <ac:chgData name="Daniel Schien" userId="7ba24917-3599-403d-93fd-983f215bf8d7" providerId="ADAL" clId="{0A170A1E-D93E-5586-B276-23BE576CEF00}" dt="2026-09-20T11:07:33.846" v="146"/>
          <ac:spMkLst>
            <pc:docMk/>
            <pc:sldMk cId="4230179850" sldId="1245"/>
            <ac:spMk id="2" creationId="{83CB6A8D-2A5D-F248-2907-67E296749068}"/>
          </ac:spMkLst>
        </pc:spChg>
        <pc:spChg chg="mod">
          <ac:chgData name="Daniel Schien" userId="7ba24917-3599-403d-93fd-983f215bf8d7" providerId="ADAL" clId="{0A170A1E-D93E-5586-B276-23BE576CEF00}" dt="2026-09-20T11:07:38.225" v="148" actId="27636"/>
          <ac:spMkLst>
            <pc:docMk/>
            <pc:sldMk cId="4230179850" sldId="1245"/>
            <ac:spMk id="3" creationId="{BE4412F2-F353-5ACF-E322-61E5B9A1D29C}"/>
          </ac:spMkLst>
        </pc:spChg>
        <pc:spChg chg="del">
          <ac:chgData name="Daniel Schien" userId="7ba24917-3599-403d-93fd-983f215bf8d7" providerId="ADAL" clId="{0A170A1E-D93E-5586-B276-23BE576CEF00}" dt="2026-09-20T11:07:02.685" v="143"/>
          <ac:spMkLst>
            <pc:docMk/>
            <pc:sldMk cId="4230179850" sldId="1245"/>
            <ac:spMk id="4" creationId="{075072BC-E312-C9DC-25E1-5355D603F15F}"/>
          </ac:spMkLst>
        </pc:spChg>
        <pc:spChg chg="del">
          <ac:chgData name="Daniel Schien" userId="7ba24917-3599-403d-93fd-983f215bf8d7" providerId="ADAL" clId="{0A170A1E-D93E-5586-B276-23BE576CEF00}" dt="2026-09-20T11:07:06.370" v="144"/>
          <ac:spMkLst>
            <pc:docMk/>
            <pc:sldMk cId="4230179850" sldId="1245"/>
            <ac:spMk id="5" creationId="{E0C2717B-3D5F-F975-9970-FCBA577E9507}"/>
          </ac:spMkLst>
        </pc:spChg>
        <pc:spChg chg="del">
          <ac:chgData name="Daniel Schien" userId="7ba24917-3599-403d-93fd-983f215bf8d7" providerId="ADAL" clId="{0A170A1E-D93E-5586-B276-23BE576CEF00}" dt="2026-09-20T11:07:10.180" v="145"/>
          <ac:spMkLst>
            <pc:docMk/>
            <pc:sldMk cId="4230179850" sldId="1245"/>
            <ac:spMk id="6" creationId="{5E65AFCF-4B2A-B351-7658-B6E082DC1490}"/>
          </ac:spMkLst>
        </pc:spChg>
        <pc:picChg chg="add mod">
          <ac:chgData name="Daniel Schien" userId="7ba24917-3599-403d-93fd-983f215bf8d7" providerId="ADAL" clId="{0A170A1E-D93E-5586-B276-23BE576CEF00}" dt="2026-09-20T11:07:02.685" v="143"/>
          <ac:picMkLst>
            <pc:docMk/>
            <pc:sldMk cId="4230179850" sldId="1245"/>
            <ac:picMk id="7" creationId="{5CC0E79D-6FF6-3E34-B2A8-AF8E50ECBC87}"/>
          </ac:picMkLst>
        </pc:picChg>
        <pc:picChg chg="add mod">
          <ac:chgData name="Daniel Schien" userId="7ba24917-3599-403d-93fd-983f215bf8d7" providerId="ADAL" clId="{0A170A1E-D93E-5586-B276-23BE576CEF00}" dt="2026-09-20T11:07:06.370" v="144"/>
          <ac:picMkLst>
            <pc:docMk/>
            <pc:sldMk cId="4230179850" sldId="1245"/>
            <ac:picMk id="8" creationId="{358132FE-BF0C-D0D1-1432-0EF3958E470B}"/>
          </ac:picMkLst>
        </pc:picChg>
        <pc:picChg chg="add mod">
          <ac:chgData name="Daniel Schien" userId="7ba24917-3599-403d-93fd-983f215bf8d7" providerId="ADAL" clId="{0A170A1E-D93E-5586-B276-23BE576CEF00}" dt="2026-09-20T11:07:10.180" v="145"/>
          <ac:picMkLst>
            <pc:docMk/>
            <pc:sldMk cId="4230179850" sldId="1245"/>
            <ac:picMk id="9" creationId="{EC522E13-6956-1F61-C447-C5A63CDB5AF5}"/>
          </ac:picMkLst>
        </pc:picChg>
      </pc:sldChg>
      <pc:sldChg chg="modSp new mod">
        <pc:chgData name="Daniel Schien" userId="7ba24917-3599-403d-93fd-983f215bf8d7" providerId="ADAL" clId="{0A170A1E-D93E-5586-B276-23BE576CEF00}" dt="2026-09-20T12:31:59.037" v="861" actId="20577"/>
        <pc:sldMkLst>
          <pc:docMk/>
          <pc:sldMk cId="16359437" sldId="1246"/>
        </pc:sldMkLst>
        <pc:spChg chg="mod">
          <ac:chgData name="Daniel Schien" userId="7ba24917-3599-403d-93fd-983f215bf8d7" providerId="ADAL" clId="{0A170A1E-D93E-5586-B276-23BE576CEF00}" dt="2026-09-20T11:53:40.779" v="549" actId="20577"/>
          <ac:spMkLst>
            <pc:docMk/>
            <pc:sldMk cId="16359437" sldId="1246"/>
            <ac:spMk id="2" creationId="{EF12527A-20AC-7986-1771-833581DDF0F2}"/>
          </ac:spMkLst>
        </pc:spChg>
        <pc:spChg chg="mod">
          <ac:chgData name="Daniel Schien" userId="7ba24917-3599-403d-93fd-983f215bf8d7" providerId="ADAL" clId="{0A170A1E-D93E-5586-B276-23BE576CEF00}" dt="2026-09-20T12:31:59.037" v="861" actId="20577"/>
          <ac:spMkLst>
            <pc:docMk/>
            <pc:sldMk cId="16359437" sldId="1246"/>
            <ac:spMk id="3" creationId="{36CE0772-DE6C-DDF9-FEB7-7C4396CF02A7}"/>
          </ac:spMkLst>
        </pc:spChg>
      </pc:sldChg>
      <pc:sldChg chg="modSp new mod">
        <pc:chgData name="Daniel Schien" userId="7ba24917-3599-403d-93fd-983f215bf8d7" providerId="ADAL" clId="{0A170A1E-D93E-5586-B276-23BE576CEF00}" dt="2026-09-20T12:31:31.777" v="814" actId="20577"/>
        <pc:sldMkLst>
          <pc:docMk/>
          <pc:sldMk cId="795711926" sldId="1247"/>
        </pc:sldMkLst>
        <pc:spChg chg="mod">
          <ac:chgData name="Daniel Schien" userId="7ba24917-3599-403d-93fd-983f215bf8d7" providerId="ADAL" clId="{0A170A1E-D93E-5586-B276-23BE576CEF00}" dt="2026-09-20T12:01:08.851" v="624" actId="20577"/>
          <ac:spMkLst>
            <pc:docMk/>
            <pc:sldMk cId="795711926" sldId="1247"/>
            <ac:spMk id="2" creationId="{3524329A-2FE8-85BD-BE3E-6E61D3882EC8}"/>
          </ac:spMkLst>
        </pc:spChg>
        <pc:spChg chg="mod">
          <ac:chgData name="Daniel Schien" userId="7ba24917-3599-403d-93fd-983f215bf8d7" providerId="ADAL" clId="{0A170A1E-D93E-5586-B276-23BE576CEF00}" dt="2026-09-20T12:31:31.777" v="814" actId="20577"/>
          <ac:spMkLst>
            <pc:docMk/>
            <pc:sldMk cId="795711926" sldId="1247"/>
            <ac:spMk id="3" creationId="{541B0907-2D1F-133C-3449-87A04BCFBD99}"/>
          </ac:spMkLst>
        </pc:spChg>
      </pc:sldChg>
      <pc:sldMasterChg chg="modSldLayout">
        <pc:chgData name="Daniel Schien" userId="7ba24917-3599-403d-93fd-983f215bf8d7" providerId="ADAL" clId="{0A170A1E-D93E-5586-B276-23BE576CEF00}" dt="2026-09-20T11:33:09.873" v="199"/>
        <pc:sldMasterMkLst>
          <pc:docMk/>
          <pc:sldMasterMk cId="2130588919" sldId="2147483765"/>
        </pc:sldMasterMkLst>
        <pc:sldLayoutChg chg="addSp delSp modSp mod">
          <pc:chgData name="Daniel Schien" userId="7ba24917-3599-403d-93fd-983f215bf8d7" providerId="ADAL" clId="{0A170A1E-D93E-5586-B276-23BE576CEF00}" dt="2026-09-20T11:33:09.873" v="199"/>
          <pc:sldLayoutMkLst>
            <pc:docMk/>
            <pc:sldMasterMk cId="2130588919" sldId="2147483765"/>
            <pc:sldLayoutMk cId="407334084" sldId="2147483790"/>
          </pc:sldLayoutMkLst>
          <pc:picChg chg="del mod">
            <ac:chgData name="Daniel Schien" userId="7ba24917-3599-403d-93fd-983f215bf8d7" providerId="ADAL" clId="{0A170A1E-D93E-5586-B276-23BE576CEF00}" dt="2026-09-20T11:31:38.660" v="188" actId="478"/>
            <ac:picMkLst>
              <pc:docMk/>
              <pc:sldMasterMk cId="2130588919" sldId="2147483765"/>
              <pc:sldLayoutMk cId="407334084" sldId="2147483790"/>
              <ac:picMk id="7" creationId="{EDC08770-A4E7-E949-9372-C219C59C3AA1}"/>
            </ac:picMkLst>
          </pc:picChg>
          <pc:picChg chg="add mod">
            <ac:chgData name="Daniel Schien" userId="7ba24917-3599-403d-93fd-983f215bf8d7" providerId="ADAL" clId="{0A170A1E-D93E-5586-B276-23BE576CEF00}" dt="2026-09-20T11:33:09.873" v="199"/>
            <ac:picMkLst>
              <pc:docMk/>
              <pc:sldMasterMk cId="2130588919" sldId="2147483765"/>
              <pc:sldLayoutMk cId="407334084" sldId="2147483790"/>
              <ac:picMk id="11" creationId="{7B9C5547-C0A0-A5A4-8E46-75899EE63FD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E95F5-811B-AE41-8466-B0E1EB426C9A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8122F-7B6F-9547-883B-92D97DBC8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96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93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327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41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96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17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35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765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8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15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63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Ruzanna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38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921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9825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0787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804EB-7D4F-8262-F651-3ACEAC6F4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18AC2F-481A-1A41-0674-5493D4738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04A7D-CDEC-BA24-5E2D-601EFA84D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530AC-E272-C516-303E-DAF46C6FB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383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99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778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103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1872E-34B4-B301-DD04-BCE86871C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02C551-FD53-DCEB-8B1D-05C268D9A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2A9A6-FD93-A3A5-5ACC-9FA7D28F6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836A2-547C-0875-D688-3C37504AB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787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101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247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632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057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120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8178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876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014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845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060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2933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4126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9462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9545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725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629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1106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839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Saarh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069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004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52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8876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58527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112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 and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B695-2D6F-4B27-A656-62DC9A35CA76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76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00" y="365125"/>
            <a:ext cx="112032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00" y="1825625"/>
            <a:ext cx="11203200" cy="3851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B695-2D6F-4B27-A656-62DC9A35CA76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4400" y="5814790"/>
            <a:ext cx="27432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C08770-A4E7-E949-9372-C219C59C3A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9381" b="7968"/>
          <a:stretch/>
        </p:blipFill>
        <p:spPr>
          <a:xfrm>
            <a:off x="10510" y="115617"/>
            <a:ext cx="12154106" cy="138999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0ADC9C6-A5D2-7848-89AF-2244E1524569}"/>
              </a:ext>
            </a:extLst>
          </p:cNvPr>
          <p:cNvGrpSpPr/>
          <p:nvPr userDrawn="1"/>
        </p:nvGrpSpPr>
        <p:grpSpPr>
          <a:xfrm>
            <a:off x="51568" y="6064464"/>
            <a:ext cx="12049558" cy="751489"/>
            <a:chOff x="51568" y="6064464"/>
            <a:chExt cx="12049558" cy="75148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5255D59-7DD3-E247-BD5D-A1D248D9BD6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b="11455"/>
            <a:stretch/>
          </p:blipFill>
          <p:spPr>
            <a:xfrm>
              <a:off x="51568" y="6064464"/>
              <a:ext cx="12049558" cy="751489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52A735-6D03-7245-97FF-137783366B5D}"/>
                </a:ext>
              </a:extLst>
            </p:cNvPr>
            <p:cNvSpPr/>
            <p:nvPr userDrawn="1"/>
          </p:nvSpPr>
          <p:spPr>
            <a:xfrm>
              <a:off x="51568" y="6285186"/>
              <a:ext cx="6559439" cy="4571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024993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EC0E44-31DD-4789-86DE-B6E31155F116}"/>
              </a:ext>
            </a:extLst>
          </p:cNvPr>
          <p:cNvSpPr/>
          <p:nvPr/>
        </p:nvSpPr>
        <p:spPr>
          <a:xfrm>
            <a:off x="7611533" y="-4233"/>
            <a:ext cx="4580467" cy="6862233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B695-2D6F-4B27-A656-62DC9A35CA76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571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B695-2D6F-4B27-A656-62DC9A35CA76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7491796-214B-45DE-99F8-B1AF36C957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76472" y="0"/>
            <a:ext cx="4615528" cy="6858477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97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olour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A903D7F4-2AD2-4C9C-9330-C03E0E70D3F1}"/>
              </a:ext>
            </a:extLst>
          </p:cNvPr>
          <p:cNvSpPr/>
          <p:nvPr/>
        </p:nvSpPr>
        <p:spPr>
          <a:xfrm>
            <a:off x="7611533" y="-4233"/>
            <a:ext cx="4580467" cy="6862233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C3B695-2D6F-4B27-A656-62DC9A35CA76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497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olour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C3B695-2D6F-4B27-A656-62DC9A35CA76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58EBCF5-E0AC-439B-A35D-E3E7670649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76472" y="0"/>
            <a:ext cx="4615528" cy="6858477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34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00" y="907200"/>
            <a:ext cx="7012800" cy="14688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00" y="2433600"/>
            <a:ext cx="7012800" cy="3336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B695-2D6F-4B27-A656-62DC9A35CA76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8083C25-9322-4123-BA6A-1F002C5AC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76472" y="0"/>
            <a:ext cx="4615528" cy="6858000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075">
                <a:moveTo>
                  <a:pt x="0" y="5143500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43500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40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4400" y="1825625"/>
            <a:ext cx="5525400" cy="3851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53E6F-F562-4865-866C-DA32BD244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525400" cy="3851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B695-2D6F-4B27-A656-62DC9A35CA76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648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4400" y="1825625"/>
            <a:ext cx="5525400" cy="3851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B695-2D6F-4B27-A656-62DC9A35CA76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4EC5BB-E888-4D27-BEC1-966A6DA6EA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2800" y="1825625"/>
            <a:ext cx="5524800" cy="3851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40559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C913EE-2727-4AD5-A4F4-2BB171BD1452}"/>
              </a:ext>
            </a:extLst>
          </p:cNvPr>
          <p:cNvSpPr/>
          <p:nvPr/>
        </p:nvSpPr>
        <p:spPr>
          <a:xfrm>
            <a:off x="0" y="0"/>
            <a:ext cx="12192000" cy="56324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8CD2CEE-C7C6-454F-BABA-D3C681293B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400" y="447565"/>
            <a:ext cx="11203200" cy="473745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179F0-3632-4679-B6A5-46A0CB57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B695-2D6F-4B27-A656-62DC9A35CA76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D66F0-0409-41B5-8F0F-17515FC2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F6746-0473-414F-B00B-B9833570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5AB8804-944C-44FE-AC90-21977F1B7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5099" y="5797497"/>
            <a:ext cx="4191000" cy="9203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image caption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484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66FB1-7EB8-48D4-BBC6-25C76E69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B695-2D6F-4B27-A656-62DC9A35CA76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8E062-8FFD-4BEA-9E4D-0665BABE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D1732-3E34-49BE-8B77-1A0F750E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1DD2EA03-0958-4D81-9330-2608322C4F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689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full bleed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2A7153-D257-4B24-9EEA-C9A3F1D1EE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5099" y="5797497"/>
            <a:ext cx="4191000" cy="9203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image caption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293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244F-AB7D-4A1B-B659-7C45DEE6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1212D-E935-40DA-A8C3-8B44174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B695-2D6F-4B27-A656-62DC9A35CA76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84AF7-63FF-4F17-8CEC-05F9D0F1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3E4AC-67E3-4249-9DF5-A4C70E5F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7411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926B6-9036-4126-AE1F-8A37EA53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B695-2D6F-4B27-A656-62DC9A35CA76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A293D-86F4-467C-A6B2-024611FA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59A11-3108-4192-81AD-C415E054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8872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7C348-1293-4B2A-BA8D-C9228298D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3A58B0-FA33-443A-94FB-4CE8B24BD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7CFEF4-E97B-48A4-B082-D5DF6ABF6E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381" b="7968"/>
          <a:stretch/>
        </p:blipFill>
        <p:spPr>
          <a:xfrm>
            <a:off x="10510" y="115617"/>
            <a:ext cx="12154106" cy="138999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CC0E6AB-0B19-4CFD-B61E-5C6E4B150EE7}"/>
              </a:ext>
            </a:extLst>
          </p:cNvPr>
          <p:cNvGrpSpPr/>
          <p:nvPr userDrawn="1"/>
        </p:nvGrpSpPr>
        <p:grpSpPr>
          <a:xfrm>
            <a:off x="51568" y="6064464"/>
            <a:ext cx="12049558" cy="751489"/>
            <a:chOff x="51568" y="6064464"/>
            <a:chExt cx="12049558" cy="75148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40A1515-70D5-47D3-A27C-614BB51D795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11455"/>
            <a:stretch/>
          </p:blipFill>
          <p:spPr>
            <a:xfrm>
              <a:off x="51568" y="6064464"/>
              <a:ext cx="12049558" cy="751489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929BB28-3EA2-4883-AA2F-684226572CAA}"/>
                </a:ext>
              </a:extLst>
            </p:cNvPr>
            <p:cNvSpPr/>
            <p:nvPr userDrawn="1"/>
          </p:nvSpPr>
          <p:spPr>
            <a:xfrm>
              <a:off x="51568" y="6285186"/>
              <a:ext cx="6559439" cy="4571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50430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277E6E-6749-489A-9A65-DFF1D7BE37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600" y="6105600"/>
            <a:ext cx="4646400" cy="6048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067">
                <a:solidFill>
                  <a:schemeClr val="accent3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7126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00" y="365125"/>
            <a:ext cx="112032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00" y="1825625"/>
            <a:ext cx="11203200" cy="3851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AD8-1FCE-4D4C-86B9-3F1377F62059}" type="datetime1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4400" y="5814790"/>
            <a:ext cx="27432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9F2D2F-9D26-B046-A008-9C4C6B47FB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600" y="6105600"/>
            <a:ext cx="4646400" cy="6048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067">
                <a:solidFill>
                  <a:schemeClr val="accent3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992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EC0E44-31DD-4789-86DE-B6E31155F116}"/>
              </a:ext>
            </a:extLst>
          </p:cNvPr>
          <p:cNvSpPr/>
          <p:nvPr userDrawn="1"/>
        </p:nvSpPr>
        <p:spPr>
          <a:xfrm>
            <a:off x="7611533" y="-4233"/>
            <a:ext cx="4580467" cy="6862233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62B8-D7ED-4B07-9A04-1E3FEAB2A48C}" type="datetime1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C64FF1-C684-1649-8E57-0E940A07DD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600" y="6105600"/>
            <a:ext cx="4646400" cy="6048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067">
                <a:solidFill>
                  <a:schemeClr val="accent3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1776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7491796-214B-45DE-99F8-B1AF36C957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76472" y="0"/>
            <a:ext cx="4615528" cy="6858477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A4869F9-FAF5-F444-B2BF-FF9D579B40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3600" y="6105600"/>
            <a:ext cx="4646400" cy="6048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067">
                <a:solidFill>
                  <a:schemeClr val="accent3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064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A903D7F4-2AD2-4C9C-9330-C03E0E70D3F1}"/>
              </a:ext>
            </a:extLst>
          </p:cNvPr>
          <p:cNvSpPr/>
          <p:nvPr userDrawn="1"/>
        </p:nvSpPr>
        <p:spPr>
          <a:xfrm>
            <a:off x="7611533" y="-4233"/>
            <a:ext cx="4580467" cy="6862233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2C485A-CFD1-4426-A587-FCC12D6AD237}" type="datetime1">
              <a:rPr lang="en-GB" smtClean="0"/>
              <a:pPr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8C5298-1B01-4047-9393-3667A4C378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600" y="6105600"/>
            <a:ext cx="4646400" cy="6048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067">
                <a:solidFill>
                  <a:schemeClr val="bg1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68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04E3C7-3434-41F6-8009-C52959A159FA}" type="datetime1">
              <a:rPr lang="en-GB" smtClean="0"/>
              <a:pPr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58EBCF5-E0AC-439B-A35D-E3E7670649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76472" y="0"/>
            <a:ext cx="4615528" cy="6858477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E05A56F-2D56-478C-8B76-D1EA61ECFB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3600" y="6105600"/>
            <a:ext cx="4646400" cy="6048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067">
                <a:solidFill>
                  <a:schemeClr val="bg1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0054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00" y="907200"/>
            <a:ext cx="7012800" cy="14688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00" y="2433600"/>
            <a:ext cx="7012800" cy="3336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6329-32E5-45D1-A44F-3528B41BEAB5}" type="datetime1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8083C25-9322-4123-BA6A-1F002C5AC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76472" y="0"/>
            <a:ext cx="4615528" cy="6858000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075">
                <a:moveTo>
                  <a:pt x="0" y="5143500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43500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2878D8B-77C8-F34C-9D3C-E3E4B27A3D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3600" y="6105600"/>
            <a:ext cx="4646400" cy="6048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067">
                <a:solidFill>
                  <a:schemeClr val="accent3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16947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4400" y="1825625"/>
            <a:ext cx="5525400" cy="3851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53E6F-F562-4865-866C-DA32BD244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525400" cy="3851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52901-F037-4335-90F2-449535D19421}" type="datetime1">
              <a:rPr lang="en-GB" smtClean="0"/>
              <a:t>20/09/2026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6C47FCC-0B07-BD41-B507-64A49B21A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600" y="6105600"/>
            <a:ext cx="4646400" cy="6048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067">
                <a:solidFill>
                  <a:schemeClr val="accent3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7085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4400" y="1825625"/>
            <a:ext cx="5525400" cy="3851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A0A7-EE55-43F8-B9FF-48474BF01C62}" type="datetime1">
              <a:rPr lang="en-GB" smtClean="0"/>
              <a:t>20/09/2026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4EC5BB-E888-4D27-BEC1-966A6DA6EA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2800" y="1825625"/>
            <a:ext cx="5524800" cy="3851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59108B17-A302-914C-A10E-DD9D7C8135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3600" y="6105600"/>
            <a:ext cx="4646400" cy="6048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067">
                <a:solidFill>
                  <a:schemeClr val="accent3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6212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8CD2CEE-C7C6-454F-BABA-D3C681293B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400" y="447565"/>
            <a:ext cx="11203200" cy="473745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179F0-3632-4679-B6A5-46A0CB57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1A33-3FCE-4155-9EE2-6FE5EF3C5DC7}" type="datetime1">
              <a:rPr lang="en-GB" smtClean="0"/>
              <a:t>20/09/2026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D66F0-0409-41B5-8F0F-17515FC2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F6746-0473-414F-B00B-B9833570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58813F-CBC4-43D6-900B-5F80FF478B19}"/>
              </a:ext>
            </a:extLst>
          </p:cNvPr>
          <p:cNvSpPr/>
          <p:nvPr userDrawn="1"/>
        </p:nvSpPr>
        <p:spPr>
          <a:xfrm>
            <a:off x="0" y="0"/>
            <a:ext cx="12192000" cy="56324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A113D54-2F93-4A2E-8BB5-789218AEB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5099" y="5797497"/>
            <a:ext cx="4191000" cy="9203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image caption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7CC0D64-F26D-AE40-98C7-9F7C1067C7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3600" y="6105600"/>
            <a:ext cx="4646400" cy="6048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067">
                <a:solidFill>
                  <a:schemeClr val="accent3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3108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66FB1-7EB8-48D4-BBC6-25C76E69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515F-EF3A-4544-A4C7-DB909F882D02}" type="datetime1">
              <a:rPr lang="en-GB" smtClean="0"/>
              <a:t>20/09/2026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8E062-8FFD-4BEA-9E4D-0665BABE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D1732-3E34-49BE-8B77-1A0F750E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1DD2EA03-0958-4D81-9330-2608322C4F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689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full bleed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69A0CDB-B305-4654-820B-083E7FB4B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5099" y="5797497"/>
            <a:ext cx="4191000" cy="9203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image caption</a:t>
            </a:r>
            <a:endParaRPr lang="en-GB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627904C-0C4D-404E-99C4-ABBDD9BFAF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3600" y="6105600"/>
            <a:ext cx="4646400" cy="6048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067">
                <a:solidFill>
                  <a:schemeClr val="accent3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3646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244F-AB7D-4A1B-B659-7C45DEE6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1212D-E935-40DA-A8C3-8B44174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2975-2842-4F46-9E3A-BD83A4AB70A7}" type="datetime1">
              <a:rPr lang="en-GB" smtClean="0"/>
              <a:t>20/09/2026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84AF7-63FF-4F17-8CEC-05F9D0F1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3E4AC-67E3-4249-9DF5-A4C70E5F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09E0A3B-B94F-9040-A4CA-BFE72F498F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600" y="6105600"/>
            <a:ext cx="4646400" cy="6048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067">
                <a:solidFill>
                  <a:schemeClr val="accent3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3234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926B6-9036-4126-AE1F-8A37EA53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E109-D549-48E1-9AC0-88A28FCC05A2}" type="datetime1">
              <a:rPr lang="en-GB" smtClean="0"/>
              <a:t>20/09/2026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A293D-86F4-467C-A6B2-024611FA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59A11-3108-4192-81AD-C415E054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DA358899-064F-C74E-B6ED-37DE24C1F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600" y="6105600"/>
            <a:ext cx="4646400" cy="6048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067">
                <a:solidFill>
                  <a:schemeClr val="accent3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2157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7C348-1293-4B2A-BA8D-C9228298D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3A58B0-FA33-443A-94FB-4CE8B24BD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7CFEF4-E97B-48A4-B082-D5DF6ABF6E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381" b="7968"/>
          <a:stretch/>
        </p:blipFill>
        <p:spPr>
          <a:xfrm>
            <a:off x="10510" y="115617"/>
            <a:ext cx="12154106" cy="138999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CC0E6AB-0B19-4CFD-B61E-5C6E4B150EE7}"/>
              </a:ext>
            </a:extLst>
          </p:cNvPr>
          <p:cNvGrpSpPr/>
          <p:nvPr userDrawn="1"/>
        </p:nvGrpSpPr>
        <p:grpSpPr>
          <a:xfrm>
            <a:off x="51568" y="6064464"/>
            <a:ext cx="12049558" cy="751489"/>
            <a:chOff x="51568" y="6064464"/>
            <a:chExt cx="12049558" cy="75148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40A1515-70D5-47D3-A27C-614BB51D795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11455"/>
            <a:stretch/>
          </p:blipFill>
          <p:spPr>
            <a:xfrm>
              <a:off x="51568" y="6064464"/>
              <a:ext cx="12049558" cy="751489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929BB28-3EA2-4883-AA2F-684226572CAA}"/>
                </a:ext>
              </a:extLst>
            </p:cNvPr>
            <p:cNvSpPr/>
            <p:nvPr userDrawn="1"/>
          </p:nvSpPr>
          <p:spPr>
            <a:xfrm>
              <a:off x="51568" y="6285186"/>
              <a:ext cx="6559439" cy="4571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3818301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00" y="365125"/>
            <a:ext cx="112032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00" y="1825625"/>
            <a:ext cx="11203200" cy="3851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B695-2D6F-4B27-A656-62DC9A35CA76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4400" y="5814790"/>
            <a:ext cx="27432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C08770-A4E7-E949-9372-C219C59C3A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9381" b="7968"/>
          <a:stretch/>
        </p:blipFill>
        <p:spPr>
          <a:xfrm>
            <a:off x="10510" y="115617"/>
            <a:ext cx="12154106" cy="138999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0ADC9C6-A5D2-7848-89AF-2244E1524569}"/>
              </a:ext>
            </a:extLst>
          </p:cNvPr>
          <p:cNvGrpSpPr/>
          <p:nvPr userDrawn="1"/>
        </p:nvGrpSpPr>
        <p:grpSpPr>
          <a:xfrm>
            <a:off x="51568" y="6064464"/>
            <a:ext cx="12049558" cy="751489"/>
            <a:chOff x="51568" y="6064464"/>
            <a:chExt cx="12049558" cy="75148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5255D59-7DD3-E247-BD5D-A1D248D9BD6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b="11455"/>
            <a:stretch/>
          </p:blipFill>
          <p:spPr>
            <a:xfrm>
              <a:off x="51568" y="6064464"/>
              <a:ext cx="12049558" cy="751489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52A735-6D03-7245-97FF-137783366B5D}"/>
                </a:ext>
              </a:extLst>
            </p:cNvPr>
            <p:cNvSpPr/>
            <p:nvPr userDrawn="1"/>
          </p:nvSpPr>
          <p:spPr>
            <a:xfrm>
              <a:off x="51568" y="6285186"/>
              <a:ext cx="6559439" cy="4571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640798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page_Style 1">
    <p:bg>
      <p:bgPr>
        <a:solidFill>
          <a:srgbClr val="A6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CD82FDB-EF48-E4C3-D028-712EE57006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470709" y="1960199"/>
            <a:ext cx="6221145" cy="1468800"/>
          </a:xfrm>
          <a:prstGeom prst="rect">
            <a:avLst/>
          </a:prstGeom>
        </p:spPr>
        <p:txBody>
          <a:bodyPr anchor="b"/>
          <a:lstStyle>
            <a:lvl1pPr algn="l">
              <a:defRPr sz="4800" cap="none" baseline="0">
                <a:solidFill>
                  <a:schemeClr val="bg1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Click to edit title for presentation</a:t>
            </a:r>
            <a:endParaRPr lang="en-GB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A67A3E2-C7EB-DF4A-BB8D-9FBE6B9AE7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470709" y="3903896"/>
            <a:ext cx="6221145" cy="159445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3200" baseline="0">
                <a:solidFill>
                  <a:schemeClr val="bg1"/>
                </a:solidFill>
                <a:latin typeface="Open Sans SemiBold" pitchFamily="2" charset="0"/>
              </a:defRPr>
            </a:lvl1pPr>
          </a:lstStyle>
          <a:p>
            <a:r>
              <a:rPr lang="en-GB" b="1" i="0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Edit subtitle for presentation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BC88DA-0FA3-C5F6-8307-0B493BA07F5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0975" y="2371595"/>
            <a:ext cx="2262911" cy="1987463"/>
          </a:xfrm>
          <a:prstGeom prst="rect">
            <a:avLst/>
          </a:prstGeom>
        </p:spPr>
        <p:txBody>
          <a:bodyPr vert="horz" lIns="121920" tIns="60960" rIns="121920" bIns="6096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cap="none" baseline="0">
                <a:solidFill>
                  <a:srgbClr val="A6192E"/>
                </a:solidFill>
                <a:latin typeface="Sora SemiBold" pitchFamily="2" charset="0"/>
                <a:ea typeface="+mj-ea"/>
                <a:cs typeface="+mj-cs"/>
              </a:defRPr>
            </a:lvl1pPr>
          </a:lstStyle>
          <a:p>
            <a:endParaRPr lang="en-GB" sz="12800" dirty="0">
              <a:solidFill>
                <a:srgbClr val="FFFFFF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87DEFDD-4EF5-FF38-DDE9-65DB1C2D18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633132" y="1749000"/>
            <a:ext cx="3360000" cy="3360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15B053E3-2591-5ECF-DBB7-96C821F9C0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/>
          </p:nvPr>
        </p:nvSpPr>
        <p:spPr>
          <a:xfrm>
            <a:off x="633132" y="-1766061"/>
            <a:ext cx="3360000" cy="3360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DE3BEB5-D33A-D721-EE7E-B9F87CAAA8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633132" y="5264057"/>
            <a:ext cx="3360000" cy="3360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DB322CBB-3BB5-74C9-9DFA-A26C872870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428" y="5608774"/>
            <a:ext cx="1874560" cy="5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8443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page_Style 2">
    <p:bg>
      <p:bgPr>
        <a:solidFill>
          <a:srgbClr val="A6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CD82FDB-EF48-E4C3-D028-712EE57006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470709" y="1960199"/>
            <a:ext cx="6221145" cy="1468800"/>
          </a:xfrm>
          <a:prstGeom prst="rect">
            <a:avLst/>
          </a:prstGeom>
        </p:spPr>
        <p:txBody>
          <a:bodyPr anchor="b"/>
          <a:lstStyle>
            <a:lvl1pPr algn="l">
              <a:defRPr sz="4800" cap="none" baseline="0">
                <a:solidFill>
                  <a:schemeClr val="bg1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Click to edit title for presentation</a:t>
            </a:r>
            <a:endParaRPr lang="en-GB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A67A3E2-C7EB-DF4A-BB8D-9FBE6B9AE7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470709" y="3903895"/>
            <a:ext cx="6221145" cy="1618364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3200" baseline="0">
                <a:solidFill>
                  <a:schemeClr val="bg1"/>
                </a:solidFill>
                <a:latin typeface="Open Sans SemiBold" pitchFamily="2" charset="0"/>
              </a:defRPr>
            </a:lvl1pPr>
          </a:lstStyle>
          <a:p>
            <a:r>
              <a:rPr lang="en-GB" b="1" i="0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Edit subtitle for presentation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BC88DA-0FA3-C5F6-8307-0B493BA07F5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0975" y="2371595"/>
            <a:ext cx="2262911" cy="1987463"/>
          </a:xfrm>
          <a:prstGeom prst="rect">
            <a:avLst/>
          </a:prstGeom>
        </p:spPr>
        <p:txBody>
          <a:bodyPr vert="horz" lIns="121920" tIns="60960" rIns="121920" bIns="6096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cap="none" baseline="0">
                <a:solidFill>
                  <a:srgbClr val="A6192E"/>
                </a:solidFill>
                <a:latin typeface="Sora SemiBold" pitchFamily="2" charset="0"/>
                <a:ea typeface="+mj-ea"/>
                <a:cs typeface="+mj-cs"/>
              </a:defRPr>
            </a:lvl1pPr>
          </a:lstStyle>
          <a:p>
            <a:endParaRPr lang="en-GB" sz="12800" dirty="0">
              <a:solidFill>
                <a:srgbClr val="FFFFFF"/>
              </a:solidFill>
            </a:endParaRP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4FA2BA17-88C8-EDF7-B3B7-F75C58AC9B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1" y="1"/>
            <a:ext cx="3833447" cy="688975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4" name="Picture 3" descr="A row of white circles&#10;&#10;AI-generated content may be incorrect.">
            <a:extLst>
              <a:ext uri="{FF2B5EF4-FFF2-40B4-BE49-F238E27FC236}">
                <a16:creationId xmlns:a16="http://schemas.microsoft.com/office/drawing/2014/main" id="{22A81893-0256-E9F9-A41F-5B3D3EF0EA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127" y="95626"/>
            <a:ext cx="3332063" cy="1874285"/>
          </a:xfrm>
          <a:prstGeom prst="rect">
            <a:avLst/>
          </a:prstGeom>
        </p:spPr>
      </p:pic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24ED7F17-6D10-D2D2-F5E4-4A935CD962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428" y="5608774"/>
            <a:ext cx="1874560" cy="5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095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page_Style 3">
    <p:bg>
      <p:bgPr>
        <a:solidFill>
          <a:srgbClr val="A6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732B7BF-B53F-D77C-AFE8-62C84D5CE2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805" y="5626861"/>
            <a:ext cx="1834100" cy="53040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CD82FDB-EF48-E4C3-D028-712EE57006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1565381" y="1960199"/>
            <a:ext cx="6221145" cy="1468800"/>
          </a:xfrm>
          <a:prstGeom prst="rect">
            <a:avLst/>
          </a:prstGeom>
        </p:spPr>
        <p:txBody>
          <a:bodyPr anchor="b"/>
          <a:lstStyle>
            <a:lvl1pPr algn="l">
              <a:defRPr sz="4800" cap="none" baseline="0">
                <a:solidFill>
                  <a:schemeClr val="bg1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Click to edit title for presentation</a:t>
            </a:r>
            <a:endParaRPr lang="en-GB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A67A3E2-C7EB-DF4A-BB8D-9FBE6B9AE7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565381" y="3903895"/>
            <a:ext cx="6221145" cy="172296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3200" baseline="0">
                <a:solidFill>
                  <a:schemeClr val="bg1"/>
                </a:solidFill>
                <a:latin typeface="Open Sans SemiBold" pitchFamily="2" charset="0"/>
              </a:defRPr>
            </a:lvl1pPr>
          </a:lstStyle>
          <a:p>
            <a:r>
              <a:rPr lang="en-GB" b="1" i="0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Edit subtitle for presentation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2" name="Picture 1" descr="A row of white circles&#10;&#10;AI-generated content may be incorrect.">
            <a:extLst>
              <a:ext uri="{FF2B5EF4-FFF2-40B4-BE49-F238E27FC236}">
                <a16:creationId xmlns:a16="http://schemas.microsoft.com/office/drawing/2014/main" id="{337B8B00-F50C-AE22-2F9B-511551F018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381" y="95626"/>
            <a:ext cx="3332063" cy="187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305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er option - Yellow">
    <p:bg>
      <p:bgPr>
        <a:solidFill>
          <a:srgbClr val="FFD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row of red circles&#10;&#10;AI-generated content may be incorrect.">
            <a:extLst>
              <a:ext uri="{FF2B5EF4-FFF2-40B4-BE49-F238E27FC236}">
                <a16:creationId xmlns:a16="http://schemas.microsoft.com/office/drawing/2014/main" id="{E264F266-FE0A-90E5-8FE4-9D32C6C887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902241" y="514351"/>
            <a:ext cx="10363200" cy="5829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149618-BB70-EF25-F3C2-10092EC971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267560" y="2535455"/>
            <a:ext cx="7012800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divider</a:t>
            </a:r>
            <a:br>
              <a:rPr lang="en-GB" cap="none" baseline="0" dirty="0"/>
            </a:br>
            <a:r>
              <a:rPr lang="en-GB" cap="none" baseline="0" dirty="0"/>
              <a:t>title goes here</a:t>
            </a:r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EE1B40-3947-E33D-075D-0CC16C0B32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6988" y="2694599"/>
            <a:ext cx="6221145" cy="1468800"/>
          </a:xfrm>
          <a:prstGeom prst="rect">
            <a:avLst/>
          </a:prstGeom>
        </p:spPr>
        <p:txBody>
          <a:bodyPr vert="horz" lIns="121920" tIns="60960" rIns="121920" bIns="6096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none" baseline="0">
                <a:solidFill>
                  <a:schemeClr val="bg1"/>
                </a:solidFill>
                <a:latin typeface="Sora SemiBold" pitchFamily="2" charset="0"/>
                <a:ea typeface="+mj-ea"/>
                <a:cs typeface="+mj-cs"/>
              </a:defRPr>
            </a:lvl1pPr>
          </a:lstStyle>
          <a:p>
            <a:endParaRPr lang="en-GB" sz="48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C4DEA91-0F8F-FD6E-8F0B-057A1E3F79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608437" y="2660255"/>
            <a:ext cx="3341843" cy="1219200"/>
          </a:xfrm>
        </p:spPr>
        <p:txBody>
          <a:bodyPr/>
          <a:lstStyle>
            <a:lvl1pPr algn="ctr">
              <a:buNone/>
              <a:defRPr sz="12800">
                <a:solidFill>
                  <a:srgbClr val="FFFFFF"/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6395523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601374" y="2842125"/>
            <a:ext cx="594885" cy="2255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aseline="0">
                <a:solidFill>
                  <a:srgbClr val="A6192E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cap="none" baseline="0" dirty="0"/>
              <a:t>01</a:t>
            </a:r>
          </a:p>
          <a:p>
            <a:r>
              <a:rPr lang="en-GB" cap="none" baseline="0" dirty="0"/>
              <a:t>04</a:t>
            </a:r>
          </a:p>
          <a:p>
            <a:r>
              <a:rPr lang="en-GB" cap="none" baseline="0" dirty="0"/>
              <a:t>06</a:t>
            </a:r>
          </a:p>
          <a:p>
            <a:r>
              <a:rPr lang="en-GB" cap="none" baseline="0" dirty="0"/>
              <a:t>09</a:t>
            </a:r>
          </a:p>
          <a:p>
            <a:r>
              <a:rPr lang="en-GB" cap="none" baseline="0" dirty="0"/>
              <a:t>12</a:t>
            </a:r>
          </a:p>
          <a:p>
            <a:r>
              <a:rPr lang="en-GB" cap="none" baseline="0" dirty="0"/>
              <a:t>15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46760E9-BA1E-5184-E44C-FC2B896CF6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338015" y="2841938"/>
            <a:ext cx="1196375" cy="225532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200" baseline="0"/>
            </a:lvl1pPr>
          </a:lstStyle>
          <a:p>
            <a:pPr lvl="0"/>
            <a:r>
              <a:rPr lang="en-GB" dirty="0"/>
              <a:t>Section 1</a:t>
            </a:r>
          </a:p>
          <a:p>
            <a:pPr lvl="0"/>
            <a:r>
              <a:rPr lang="en-GB" dirty="0"/>
              <a:t>Section 2</a:t>
            </a:r>
          </a:p>
          <a:p>
            <a:pPr lvl="0"/>
            <a:r>
              <a:rPr lang="en-GB" dirty="0"/>
              <a:t>Section 3</a:t>
            </a:r>
          </a:p>
          <a:p>
            <a:pPr lvl="0"/>
            <a:r>
              <a:rPr lang="en-GB" dirty="0"/>
              <a:t>Section 4</a:t>
            </a:r>
          </a:p>
          <a:p>
            <a:pPr lvl="0"/>
            <a:r>
              <a:rPr lang="en-GB" dirty="0"/>
              <a:t>Section 5</a:t>
            </a:r>
          </a:p>
          <a:p>
            <a:pPr lvl="0"/>
            <a:r>
              <a:rPr lang="en-GB" dirty="0"/>
              <a:t>Section 6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54B27B-140F-6C92-8578-CAEDFF316E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01374" y="1041505"/>
            <a:ext cx="5836003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title goes here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2E62A01-E3AD-2324-6FA3-74027CC441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pic>
        <p:nvPicPr>
          <p:cNvPr id="12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AE5A7DF-6A1C-427A-6D98-2274CCF644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362" y="5377645"/>
            <a:ext cx="1512441" cy="1512441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E64F54A-4E4A-02F4-3416-234B7584CE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6997701" y="1"/>
            <a:ext cx="5194300" cy="688975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7" name="Picture 6" descr="A group of blue circles&#10;&#10;AI-generated content may be incorrect.">
            <a:extLst>
              <a:ext uri="{FF2B5EF4-FFF2-40B4-BE49-F238E27FC236}">
                <a16:creationId xmlns:a16="http://schemas.microsoft.com/office/drawing/2014/main" id="{D27706F7-5403-C373-C514-21A70CC46A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73" y="6095181"/>
            <a:ext cx="928603" cy="52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627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Stone">
    <p:bg>
      <p:bgPr>
        <a:solidFill>
          <a:srgbClr val="E7DF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016F30F-F3BB-F7C4-B688-BE5ED13239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267560" y="2535455"/>
            <a:ext cx="7012800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divider</a:t>
            </a:r>
            <a:br>
              <a:rPr lang="en-GB" cap="none" baseline="0" dirty="0"/>
            </a:br>
            <a:r>
              <a:rPr lang="en-GB" cap="none" baseline="0" dirty="0"/>
              <a:t>title goes here</a:t>
            </a:r>
            <a:endParaRPr lang="en-GB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2EBB1D4-6456-6348-DF34-80A8B79711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608437" y="2546293"/>
            <a:ext cx="3341843" cy="1219200"/>
          </a:xfrm>
        </p:spPr>
        <p:txBody>
          <a:bodyPr/>
          <a:lstStyle>
            <a:lvl1pPr algn="ctr">
              <a:buNone/>
              <a:defRPr sz="12800">
                <a:solidFill>
                  <a:srgbClr val="A6192E"/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  <p:pic>
        <p:nvPicPr>
          <p:cNvPr id="5" name="Picture 4" descr="A row of red circles&#10;&#10;AI-generated content may be incorrect.">
            <a:extLst>
              <a:ext uri="{FF2B5EF4-FFF2-40B4-BE49-F238E27FC236}">
                <a16:creationId xmlns:a16="http://schemas.microsoft.com/office/drawing/2014/main" id="{6EDCFBD7-8369-9AF1-04B3-4A0508DCDC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890049" y="416166"/>
            <a:ext cx="103632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0440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paragraph with Image (Left) 1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8CD982D-A440-A123-C52A-293FE7DD6E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23560" y="720281"/>
            <a:ext cx="4606168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</a:t>
            </a:r>
            <a:br>
              <a:rPr lang="en-GB" cap="none" baseline="0" dirty="0"/>
            </a:br>
            <a:r>
              <a:rPr lang="en-GB" cap="none" baseline="0" dirty="0"/>
              <a:t>in sentence case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81A2D00-3913-3091-FD66-443F9918B9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83CEDC9-ABA5-8DE1-235B-479817E199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362" y="5377645"/>
            <a:ext cx="1512441" cy="1512441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F87A8-DEC8-A3FB-3919-97E77FC1CD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6096000" y="1"/>
            <a:ext cx="6096000" cy="688975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6B16581-105D-BCE6-4C72-29D92B8DBB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24419" y="2512044"/>
            <a:ext cx="4740061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E5624A7-358F-0EEB-116A-C84C455B09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624419" y="3462004"/>
            <a:ext cx="4740061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Paragraph goes here</a:t>
            </a:r>
          </a:p>
        </p:txBody>
      </p:sp>
      <p:pic>
        <p:nvPicPr>
          <p:cNvPr id="5" name="Picture 4" descr="A row of pink circles&#10;&#10;AI-generated content may be incorrect.">
            <a:extLst>
              <a:ext uri="{FF2B5EF4-FFF2-40B4-BE49-F238E27FC236}">
                <a16:creationId xmlns:a16="http://schemas.microsoft.com/office/drawing/2014/main" id="{83363666-2D2F-C94B-68AC-FDBEF4FFD5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12" y="6084851"/>
            <a:ext cx="921065" cy="51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254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paragraph with image (Right) 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DBEE5A-7AF9-93C4-D908-BE43F5C23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7026571" y="723103"/>
            <a:ext cx="4251688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</a:t>
            </a:r>
            <a:br>
              <a:rPr lang="en-GB" cap="none" baseline="0" dirty="0"/>
            </a:br>
            <a:r>
              <a:rPr lang="en-GB" cap="none" baseline="0" dirty="0"/>
              <a:t>in sentence case</a:t>
            </a:r>
            <a:endParaRPr lang="en-GB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2FEF78D-1D46-12F1-4B85-24317AACE4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C403FB-1C02-A6AF-30DB-01D7901D17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6D0A891-CF17-EB27-06ED-6AE40C82AC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021026" y="2512044"/>
            <a:ext cx="4740061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89480697-3520-0367-9228-E2B58E8970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7021026" y="3462004"/>
            <a:ext cx="4740061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Paragraph goes here</a:t>
            </a:r>
          </a:p>
        </p:txBody>
      </p:sp>
      <p:pic>
        <p:nvPicPr>
          <p:cNvPr id="5" name="Picture 4" descr="A row of yellow circles&#10;&#10;AI-generated content may be incorrect.">
            <a:extLst>
              <a:ext uri="{FF2B5EF4-FFF2-40B4-BE49-F238E27FC236}">
                <a16:creationId xmlns:a16="http://schemas.microsoft.com/office/drawing/2014/main" id="{E9D548D2-6EDD-8416-70CD-7DC1B9F30D0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026" y="6057525"/>
            <a:ext cx="892489" cy="50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7540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Pink">
    <p:bg>
      <p:bgPr>
        <a:solidFill>
          <a:srgbClr val="FFA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ow of red circles&#10;&#10;AI-generated content may be incorrect.">
            <a:extLst>
              <a:ext uri="{FF2B5EF4-FFF2-40B4-BE49-F238E27FC236}">
                <a16:creationId xmlns:a16="http://schemas.microsoft.com/office/drawing/2014/main" id="{15EDEF21-5203-96DD-08EC-4B32F08D9F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902241" y="514351"/>
            <a:ext cx="10363200" cy="58293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EAF06FD-A58D-ABA2-925D-FB57B65899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267560" y="2535455"/>
            <a:ext cx="7012800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divider</a:t>
            </a:r>
            <a:br>
              <a:rPr lang="en-GB" cap="none" baseline="0" dirty="0"/>
            </a:br>
            <a:r>
              <a:rPr lang="en-GB" cap="none" baseline="0" dirty="0"/>
              <a:t>title goes here</a:t>
            </a:r>
            <a:endParaRPr lang="en-GB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0D8E740E-1005-2E37-232B-8BB1469DF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608437" y="2660255"/>
            <a:ext cx="3341843" cy="1219200"/>
          </a:xfrm>
        </p:spPr>
        <p:txBody>
          <a:bodyPr/>
          <a:lstStyle>
            <a:lvl1pPr algn="ctr">
              <a:buNone/>
              <a:defRPr sz="12800">
                <a:solidFill>
                  <a:srgbClr val="FFFFFF"/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9704301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short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26D2E84-653D-EC92-68F6-45D3513C2C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18EFF-7099-2F5C-9428-2B6B5B9949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23560" y="720281"/>
            <a:ext cx="5472440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</a:t>
            </a:r>
            <a:br>
              <a:rPr lang="en-GB" cap="none" baseline="0" dirty="0"/>
            </a:br>
            <a:r>
              <a:rPr lang="en-GB" cap="none" baseline="0" dirty="0"/>
              <a:t>in sentence case</a:t>
            </a:r>
            <a:endParaRPr lang="en-GB" dirty="0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F27E8A3B-97CF-27DE-830F-DD137C6C5F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hart" sz="quarter" idx="11"/>
          </p:nvPr>
        </p:nvSpPr>
        <p:spPr>
          <a:xfrm>
            <a:off x="6570133" y="719667"/>
            <a:ext cx="5014384" cy="4711700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E3B3618-D5AD-9407-ED2A-9E1E9D8693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24419" y="2512044"/>
            <a:ext cx="4740061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C94BE64-CCF6-C70F-A099-70625A491F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624419" y="3462004"/>
            <a:ext cx="4740061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Paragraph goes here</a:t>
            </a:r>
          </a:p>
        </p:txBody>
      </p:sp>
    </p:spTree>
    <p:extLst>
      <p:ext uri="{BB962C8B-B14F-4D97-AF65-F5344CB8AC3E}">
        <p14:creationId xmlns:p14="http://schemas.microsoft.com/office/powerpoint/2010/main" val="26718285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point and imag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DBEE5A-7AF9-93C4-D908-BE43F5C23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7026571" y="723103"/>
            <a:ext cx="4251688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</a:t>
            </a:r>
            <a:br>
              <a:rPr lang="en-GB" cap="none" baseline="0" dirty="0"/>
            </a:br>
            <a:r>
              <a:rPr lang="en-GB" cap="none" baseline="0" dirty="0"/>
              <a:t>in sentence case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F10B272-E89D-AAEC-0ADA-261325084F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7021027" y="2567517"/>
            <a:ext cx="4251688" cy="172296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Char char="•"/>
              <a:defRPr sz="2133" baseline="0">
                <a:solidFill>
                  <a:schemeClr val="tx1"/>
                </a:solidFill>
                <a:latin typeface="Open Sans SemiBold" pitchFamily="2" charset="0"/>
              </a:defRPr>
            </a:lvl1pPr>
          </a:lstStyle>
          <a:p>
            <a:r>
              <a:rPr lang="en-GB" dirty="0"/>
              <a:t> Bullet point</a:t>
            </a:r>
          </a:p>
          <a:p>
            <a:r>
              <a:rPr lang="en-GB" dirty="0"/>
              <a:t> Bullet point</a:t>
            </a:r>
          </a:p>
          <a:p>
            <a:r>
              <a:rPr lang="en-GB" dirty="0"/>
              <a:t> Bullet point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2FEF78D-1D46-12F1-4B85-24317AACE4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41FCAF-CD85-5F85-68DA-CC757CA878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5" name="Picture 4" descr="A row of red circles&#10;&#10;AI-generated content may be incorrect.">
            <a:extLst>
              <a:ext uri="{FF2B5EF4-FFF2-40B4-BE49-F238E27FC236}">
                <a16:creationId xmlns:a16="http://schemas.microsoft.com/office/drawing/2014/main" id="{29EEC352-0384-8379-8F67-FDC8AE21B6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027" y="6087085"/>
            <a:ext cx="903773" cy="50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87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point with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81A2D00-3913-3091-FD66-443F9918B9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83CEDC9-ABA5-8DE1-235B-479817E199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362" y="5377645"/>
            <a:ext cx="1512441" cy="15124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3071F-E3BC-A047-2082-65B6105785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23559" y="723103"/>
            <a:ext cx="4251688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</a:t>
            </a:r>
            <a:br>
              <a:rPr lang="en-GB" cap="none" baseline="0" dirty="0"/>
            </a:br>
            <a:r>
              <a:rPr lang="en-GB" cap="none" baseline="0" dirty="0"/>
              <a:t>in sentence case</a:t>
            </a:r>
            <a:endParaRPr lang="en-GB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B72556E-6B06-6C1F-1BF8-E467D35F57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618015" y="2567517"/>
            <a:ext cx="4251688" cy="172296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Char char="•"/>
              <a:defRPr sz="2133" baseline="0">
                <a:solidFill>
                  <a:schemeClr val="tx1"/>
                </a:solidFill>
                <a:latin typeface="Open Sans SemiBold" pitchFamily="2" charset="0"/>
              </a:defRPr>
            </a:lvl1pPr>
          </a:lstStyle>
          <a:p>
            <a:r>
              <a:rPr lang="en-GB" dirty="0"/>
              <a:t> Bullet point</a:t>
            </a:r>
          </a:p>
          <a:p>
            <a:r>
              <a:rPr lang="en-GB" dirty="0"/>
              <a:t> Bullet point</a:t>
            </a:r>
          </a:p>
          <a:p>
            <a:r>
              <a:rPr lang="en-GB" dirty="0"/>
              <a:t> Bullet point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A07812F-E76D-0862-D865-DC29D87B90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" name="Picture 2" descr="A row of yellow circles&#10;&#10;AI-generated content may be incorrect.">
            <a:extLst>
              <a:ext uri="{FF2B5EF4-FFF2-40B4-BE49-F238E27FC236}">
                <a16:creationId xmlns:a16="http://schemas.microsoft.com/office/drawing/2014/main" id="{71387648-9796-9C4D-C76E-FAF1C8E04D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16" y="221078"/>
            <a:ext cx="892489" cy="50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365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Green">
    <p:bg>
      <p:bgPr>
        <a:solidFill>
          <a:srgbClr val="BBE9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803A43-318F-2CFB-57F2-8500E8BAFE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267560" y="2535455"/>
            <a:ext cx="7012800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divider</a:t>
            </a:r>
            <a:br>
              <a:rPr lang="en-GB" cap="none" baseline="0" dirty="0"/>
            </a:br>
            <a:r>
              <a:rPr lang="en-GB" cap="none" baseline="0" dirty="0"/>
              <a:t>title goes here</a:t>
            </a:r>
            <a:endParaRPr lang="en-GB" dirty="0"/>
          </a:p>
        </p:txBody>
      </p:sp>
      <p:pic>
        <p:nvPicPr>
          <p:cNvPr id="2" name="Picture 1" descr="A row of red circles&#10;&#10;AI-generated content may be incorrect.">
            <a:extLst>
              <a:ext uri="{FF2B5EF4-FFF2-40B4-BE49-F238E27FC236}">
                <a16:creationId xmlns:a16="http://schemas.microsoft.com/office/drawing/2014/main" id="{E94408D4-EB13-8B42-C2CC-21ACFBDE16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902241" y="514351"/>
            <a:ext cx="10363200" cy="5829300"/>
          </a:xfrm>
          <a:prstGeom prst="rect">
            <a:avLst/>
          </a:prstGeom>
        </p:spPr>
      </p:pic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9E66CBE5-C30C-9EBC-891E-2E5CBAD440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608437" y="2660255"/>
            <a:ext cx="3341843" cy="1219200"/>
          </a:xfrm>
        </p:spPr>
        <p:txBody>
          <a:bodyPr/>
          <a:lstStyle>
            <a:lvl1pPr algn="ctr">
              <a:buNone/>
              <a:defRPr sz="12800">
                <a:solidFill>
                  <a:srgbClr val="FFFFFF"/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2348113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chart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DBEE5A-7AF9-93C4-D908-BE43F5C23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23559" y="38868"/>
            <a:ext cx="8277599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in sentence case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FDD2453-E972-EA7E-8E31-AC52B0DE22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CD9C1A63-2115-4E93-25FF-60913415AA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hart" sz="quarter" idx="10"/>
          </p:nvPr>
        </p:nvSpPr>
        <p:spPr>
          <a:xfrm>
            <a:off x="623558" y="2103208"/>
            <a:ext cx="10960004" cy="3139351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735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paragraph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DBEE5A-7AF9-93C4-D908-BE43F5C23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09728" y="729748"/>
            <a:ext cx="8277599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in sentence case</a:t>
            </a:r>
            <a:endParaRPr lang="en-GB" dirty="0"/>
          </a:p>
        </p:txBody>
      </p:sp>
      <p:sp>
        <p:nvSpPr>
          <p:cNvPr id="2" name="Content Placeholder 34">
            <a:extLst>
              <a:ext uri="{FF2B5EF4-FFF2-40B4-BE49-F238E27FC236}">
                <a16:creationId xmlns:a16="http://schemas.microsoft.com/office/drawing/2014/main" id="{CA197105-9BC7-6FAD-A73D-225929656A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0" hasCustomPrompt="1"/>
          </p:nvPr>
        </p:nvSpPr>
        <p:spPr>
          <a:xfrm>
            <a:off x="4539917" y="2937343"/>
            <a:ext cx="7042356" cy="2743212"/>
          </a:xfrm>
        </p:spPr>
        <p:txBody>
          <a:bodyPr/>
          <a:lstStyle>
            <a:lvl1pPr marL="0" indent="0">
              <a:buFontTx/>
              <a:buNone/>
              <a:defRPr sz="1067" b="0" i="0" baseline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Insert additional content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8630B94-0CBF-1FCA-605F-69B330A4A3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90C009-FA26-9112-76F8-C81306E61A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623561" y="3464169"/>
            <a:ext cx="3533332" cy="236476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867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placerat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In id cursus mi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pretium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tellus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duis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convallis. Tempus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leo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eu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aenean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sed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diam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urna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tempor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B2486CCE-919C-1B19-2428-D890C01EE6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24418" y="2512044"/>
            <a:ext cx="3532473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31292882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Video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A9CCC-0BBA-5623-5B1A-59B18B2B46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Content Placeholder 34">
            <a:extLst>
              <a:ext uri="{FF2B5EF4-FFF2-40B4-BE49-F238E27FC236}">
                <a16:creationId xmlns:a16="http://schemas.microsoft.com/office/drawing/2014/main" id="{2B810C65-BB20-C022-A401-C110053080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2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FontTx/>
              <a:buNone/>
              <a:defRPr sz="1067" b="0" i="0" baseline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Insert video or full page image</a:t>
            </a:r>
          </a:p>
        </p:txBody>
      </p:sp>
    </p:spTree>
    <p:extLst>
      <p:ext uri="{BB962C8B-B14F-4D97-AF65-F5344CB8AC3E}">
        <p14:creationId xmlns:p14="http://schemas.microsoft.com/office/powerpoint/2010/main" val="31200779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Blue">
    <p:bg>
      <p:bgPr>
        <a:solidFill>
          <a:srgbClr val="70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w of red circles&#10;&#10;AI-generated content may be incorrect.">
            <a:extLst>
              <a:ext uri="{FF2B5EF4-FFF2-40B4-BE49-F238E27FC236}">
                <a16:creationId xmlns:a16="http://schemas.microsoft.com/office/drawing/2014/main" id="{07A1627C-77A6-B937-B843-025DFE652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890049" y="514351"/>
            <a:ext cx="10363200" cy="58293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B803A43-318F-2CFB-57F2-8500E8BAFE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560" y="2535455"/>
            <a:ext cx="7012800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divider</a:t>
            </a:r>
            <a:br>
              <a:rPr lang="en-GB" cap="none" baseline="0" dirty="0"/>
            </a:br>
            <a:r>
              <a:rPr lang="en-GB" cap="none" baseline="0" dirty="0"/>
              <a:t>title goes here</a:t>
            </a:r>
            <a:endParaRPr lang="en-GB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F3DC11E9-B88F-936C-5B30-C5ED6481AC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437" y="2660255"/>
            <a:ext cx="3341843" cy="1219200"/>
          </a:xfrm>
        </p:spPr>
        <p:txBody>
          <a:bodyPr/>
          <a:lstStyle>
            <a:lvl1pPr algn="ctr">
              <a:buNone/>
              <a:defRPr sz="12800">
                <a:solidFill>
                  <a:srgbClr val="A6192E"/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0253321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short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DBEE5A-7AF9-93C4-D908-BE43F5C23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09728" y="729748"/>
            <a:ext cx="8277599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in sentence case</a:t>
            </a:r>
            <a:endParaRPr lang="en-GB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07D7E3B-F4BD-1890-15C2-94FE1CC6CE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1F46726-7D4A-0B20-A5A4-6723BC5A8E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623560" y="3464168"/>
            <a:ext cx="2763984" cy="2892183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placerat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In id cursus mi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pretium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tellus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duis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convallis. Tempus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leo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eu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aenean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sed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diam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urna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tempor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5399D9-58BE-7662-0770-374C55E26B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4296791" y="3464168"/>
            <a:ext cx="2763984" cy="2892183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placerat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In id cursus mi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pretium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tellus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duis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convallis. Tempus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leo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eu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aenean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sed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diam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urna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tempor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E70B2120-2DC2-32CA-AEFE-63A5199EFD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7981319" y="3464168"/>
            <a:ext cx="2763984" cy="2892183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placerat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In id cursus mi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pretium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tellus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duis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convallis. Tempus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leo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eu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aenean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sed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diam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urna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tempor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5812E-C942-68D2-043C-ED32896439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24419" y="2512044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A6CAF53D-5750-3587-011A-865A3D1DA1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97650" y="2512044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186347A-C1EB-F128-CF8C-3647E9AA85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7970880" y="2512044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32455358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ircles Content with Keyline circle Yellow">
    <p:bg>
      <p:bgPr>
        <a:solidFill>
          <a:srgbClr val="FFD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w of red circles&#10;&#10;AI-generated content may be incorrect.">
            <a:extLst>
              <a:ext uri="{FF2B5EF4-FFF2-40B4-BE49-F238E27FC236}">
                <a16:creationId xmlns:a16="http://schemas.microsoft.com/office/drawing/2014/main" id="{FEF535AE-0343-A8BE-78BE-E306012786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94909" y="113241"/>
            <a:ext cx="11746681" cy="66075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B3F1-A1F1-FBA4-6B97-5ADE79AE92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30AAFB9-7A11-83B6-C361-0FC4905B8B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797732" y="3266776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7247E58-8430-52E3-EF5C-0B0F6AEEC0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98591" y="2419961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35F9D80-26F8-291C-32D2-B8E1C1958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786257" y="3231940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30B0858-08E1-9C98-86A8-159AF5BC94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4787116" y="2385125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FD8E480-93A5-EC11-6B29-2513FA8576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8774783" y="3266776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6BC617D1-2A41-ACDA-7C4D-320547B1BE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8775642" y="2419961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41359533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ircles Content with Keyline circle Pink">
    <p:bg>
      <p:bgPr>
        <a:solidFill>
          <a:srgbClr val="FFA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ow of red circles&#10;&#10;AI-generated content may be incorrect.">
            <a:extLst>
              <a:ext uri="{FF2B5EF4-FFF2-40B4-BE49-F238E27FC236}">
                <a16:creationId xmlns:a16="http://schemas.microsoft.com/office/drawing/2014/main" id="{15CDCF4D-B762-A17E-B788-F3DC1C766E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94909" y="113241"/>
            <a:ext cx="11746681" cy="66075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B3F1-A1F1-FBA4-6B97-5ADE79AE92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A1593-7B3F-8101-3A90-F026AAF9A9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797732" y="3266776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85BBF97-D723-FAF0-56CE-B0E811D36E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98591" y="2419961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AFABD80-E4C3-A54C-BFB3-33898A7DB8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786257" y="3231940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F1154BD-295E-3F73-08C5-07F9487F12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4787116" y="2385125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3525F61-EE2C-01A7-21D1-68EA981DA0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8774783" y="3266776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EB0347C-3F51-A075-FDAB-38C96B2330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8775642" y="2419961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30246282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3 Circles Content with Keyline Green">
    <p:bg>
      <p:bgPr>
        <a:solidFill>
          <a:srgbClr val="BBE9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ow of red circles&#10;&#10;AI-generated content may be incorrect.">
            <a:extLst>
              <a:ext uri="{FF2B5EF4-FFF2-40B4-BE49-F238E27FC236}">
                <a16:creationId xmlns:a16="http://schemas.microsoft.com/office/drawing/2014/main" id="{3B47C9B3-DB71-D88E-042C-3116866519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94909" y="113241"/>
            <a:ext cx="11746681" cy="66075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B3F1-A1F1-FBA4-6B97-5ADE79AE92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CBBED3-104E-56C0-49DB-D903EFFBD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797732" y="3266776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3F6D377F-4F43-20F5-CEA2-F38C153C26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98591" y="2419961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D0F1E0A-4ED0-7BBE-F98B-7C4C131178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786257" y="3231940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0FD0DB7-326C-19DF-47AC-E023DDCA95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4787116" y="2385125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BEC53A9-AA2C-49AA-C050-2273175727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8774783" y="3266776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25AC09B-1F13-7B31-8B71-98A8E378C9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8775642" y="2419961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4955780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3 Circles Content with Keyline Blue">
    <p:bg>
      <p:bgPr>
        <a:solidFill>
          <a:srgbClr val="70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ow of red circles&#10;&#10;AI-generated content may be incorrect.">
            <a:extLst>
              <a:ext uri="{FF2B5EF4-FFF2-40B4-BE49-F238E27FC236}">
                <a16:creationId xmlns:a16="http://schemas.microsoft.com/office/drawing/2014/main" id="{B2EDE650-24D7-132C-87C9-B1C5E46350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94909" y="113241"/>
            <a:ext cx="11746681" cy="66075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B3F1-A1F1-FBA4-6B97-5ADE79AE92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7694A9-C57F-B7EB-A8C5-BD37E06CF4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797732" y="3266776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B851540-F96B-8942-50A7-5C33EFC377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98591" y="2419961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3239C5C-3676-8FC3-5239-11931DAE71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786257" y="3231940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87CEFBB2-CCCB-0843-CDA5-2304017F9C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4787116" y="2385125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87260B5-6E2A-79CF-71CF-11D73FF0FA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8774783" y="3266776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6E630FE4-3DFC-B7AB-6338-A784C40987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8775642" y="2419961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289367840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ircles to insert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B39F40DF-B09E-D6E1-0C83-14D857BB24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307583" y="1608375"/>
            <a:ext cx="3780244" cy="3780244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E9425E11-09D8-E32F-A6CB-5C54618AB3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4235385" y="1627727"/>
            <a:ext cx="3780244" cy="3780244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BC4F24FF-9C21-EE32-F8C1-950B3EACD1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8163186" y="1608375"/>
            <a:ext cx="3780244" cy="3780244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B3F1-A1F1-FBA4-6B97-5ADE79AE92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30AAFB9-7A11-83B6-C361-0FC4905B8B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645657" y="702773"/>
            <a:ext cx="3090241" cy="7824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2EBA64B-4536-F587-9F25-079A9BEA82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4550880" y="702773"/>
            <a:ext cx="3090241" cy="7824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840F602-8A28-9BB1-6E5C-4B393154F6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8456104" y="722179"/>
            <a:ext cx="3090241" cy="7824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3A19568-85C9-B34A-B603-3DEB3006A6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645657" y="5550490"/>
            <a:ext cx="3090241" cy="7824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83362F4-3053-EB71-C0EE-119CB7369C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4550880" y="5550490"/>
            <a:ext cx="3090241" cy="7824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59DB3EB-E3CE-2A2E-2F3B-E37A14EA95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8456104" y="5569897"/>
            <a:ext cx="3090241" cy="7824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66190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of presentation">
    <p:bg>
      <p:bgPr>
        <a:solidFill>
          <a:srgbClr val="A6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D39FE1-CF16-FEF1-6975-60989ECD0E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4059" y="335167"/>
            <a:ext cx="5631941" cy="1468800"/>
          </a:xfrm>
          <a:prstGeom prst="rect">
            <a:avLst/>
          </a:prstGeom>
        </p:spPr>
        <p:txBody>
          <a:bodyPr vert="horz" lIns="121920" tIns="60960" rIns="121920" bIns="6096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cap="none" baseline="0">
                <a:solidFill>
                  <a:srgbClr val="A6192E"/>
                </a:solidFill>
                <a:latin typeface="Sora SemiBold" pitchFamily="2" charset="0"/>
                <a:ea typeface="+mj-ea"/>
                <a:cs typeface="+mj-cs"/>
              </a:defRPr>
            </a:lvl1pPr>
          </a:lstStyle>
          <a:p>
            <a:pPr marL="0" indent="0" algn="l">
              <a:tabLst>
                <a:tab pos="3960185" algn="l"/>
                <a:tab pos="4311543" algn="l"/>
              </a:tabLst>
            </a:pPr>
            <a:r>
              <a:rPr lang="en-GB" sz="6400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C8F251-2857-AECB-9B3F-DEFB76E7D2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601115" y="2397265"/>
            <a:ext cx="5127192" cy="96037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2133" b="1" i="0" baseline="0">
                <a:solidFill>
                  <a:schemeClr val="bg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1" i="0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Speaker Name</a:t>
            </a:r>
          </a:p>
          <a:p>
            <a:endParaRPr lang="en-GB" b="1" i="0" dirty="0">
              <a:latin typeface="Open Sans SemiBold" pitchFamily="2" charset="0"/>
              <a:ea typeface="Open Sans SemiBold" pitchFamily="2" charset="0"/>
              <a:cs typeface="Open Sans SemiBold" pitchFamily="2" charset="0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C3A2189-BA6A-6363-00CC-2859C5FED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01113" y="3555569"/>
            <a:ext cx="5127192" cy="48018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2133" b="1" i="0" baseline="0">
                <a:solidFill>
                  <a:schemeClr val="bg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1" i="0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Web address or call to action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09CE836-530C-194E-D39F-850B82F68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601113" y="4370523"/>
            <a:ext cx="1828800" cy="183091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8" name="Picture 7" descr="A group of green circles&#10;&#10;AI-generated content may be incorrect.">
            <a:extLst>
              <a:ext uri="{FF2B5EF4-FFF2-40B4-BE49-F238E27FC236}">
                <a16:creationId xmlns:a16="http://schemas.microsoft.com/office/drawing/2014/main" id="{D19CA162-DE26-7449-713A-250B7110EA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482" y="533096"/>
            <a:ext cx="2665505" cy="1499347"/>
          </a:xfrm>
          <a:prstGeom prst="rect">
            <a:avLst/>
          </a:prstGeom>
        </p:spPr>
      </p:pic>
      <p:pic>
        <p:nvPicPr>
          <p:cNvPr id="12" name="Picture 11" descr="A close-up of a logo&#10;&#10;AI-generated content may be incorrect.">
            <a:extLst>
              <a:ext uri="{FF2B5EF4-FFF2-40B4-BE49-F238E27FC236}">
                <a16:creationId xmlns:a16="http://schemas.microsoft.com/office/drawing/2014/main" id="{67744307-490C-C8A7-1CDD-0B179CE406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428" y="5608774"/>
            <a:ext cx="1874560" cy="5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422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2579E-D2B3-420A-972D-0CF396453095}" type="datetime1">
              <a:rPr lang="en-GB" smtClean="0"/>
              <a:pPr/>
              <a:t>20/09/2026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693660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page_Style 1">
    <p:bg>
      <p:bgPr>
        <a:solidFill>
          <a:srgbClr val="A6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CD82FDB-EF48-E4C3-D028-712EE57006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470709" y="1960199"/>
            <a:ext cx="6221145" cy="1468800"/>
          </a:xfrm>
          <a:prstGeom prst="rect">
            <a:avLst/>
          </a:prstGeom>
        </p:spPr>
        <p:txBody>
          <a:bodyPr anchor="b"/>
          <a:lstStyle>
            <a:lvl1pPr algn="l">
              <a:defRPr sz="4800" cap="none" baseline="0">
                <a:solidFill>
                  <a:schemeClr val="bg1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Click to edit title for presentation</a:t>
            </a:r>
            <a:endParaRPr lang="en-GB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A67A3E2-C7EB-DF4A-BB8D-9FBE6B9AE7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470709" y="3903896"/>
            <a:ext cx="6221145" cy="159445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3200" baseline="0">
                <a:solidFill>
                  <a:schemeClr val="bg1"/>
                </a:solidFill>
                <a:latin typeface="Open Sans SemiBold" pitchFamily="2" charset="0"/>
              </a:defRPr>
            </a:lvl1pPr>
          </a:lstStyle>
          <a:p>
            <a:r>
              <a:rPr lang="en-GB" b="1" i="0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Edit subtitle for presentation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BC88DA-0FA3-C5F6-8307-0B493BA07F5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0975" y="2371595"/>
            <a:ext cx="2262911" cy="1987463"/>
          </a:xfrm>
          <a:prstGeom prst="rect">
            <a:avLst/>
          </a:prstGeom>
        </p:spPr>
        <p:txBody>
          <a:bodyPr vert="horz" lIns="121920" tIns="60960" rIns="121920" bIns="6096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cap="none" baseline="0">
                <a:solidFill>
                  <a:srgbClr val="A6192E"/>
                </a:solidFill>
                <a:latin typeface="Sora SemiBold" pitchFamily="2" charset="0"/>
                <a:ea typeface="+mj-ea"/>
                <a:cs typeface="+mj-cs"/>
              </a:defRPr>
            </a:lvl1pPr>
          </a:lstStyle>
          <a:p>
            <a:endParaRPr lang="en-GB" sz="12800" dirty="0">
              <a:solidFill>
                <a:srgbClr val="FFFFFF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87DEFDD-4EF5-FF38-DDE9-65DB1C2D18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633132" y="1749000"/>
            <a:ext cx="3360000" cy="3360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15B053E3-2591-5ECF-DBB7-96C821F9C0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/>
          </p:nvPr>
        </p:nvSpPr>
        <p:spPr>
          <a:xfrm>
            <a:off x="633132" y="-1766061"/>
            <a:ext cx="3360000" cy="3360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DE3BEB5-D33A-D721-EE7E-B9F87CAAA8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633132" y="5264057"/>
            <a:ext cx="3360000" cy="3360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DB322CBB-3BB5-74C9-9DFA-A26C872870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428" y="5608774"/>
            <a:ext cx="1874560" cy="5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27944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page_Style 2">
    <p:bg>
      <p:bgPr>
        <a:solidFill>
          <a:srgbClr val="A6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CD82FDB-EF48-E4C3-D028-712EE57006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470709" y="1960199"/>
            <a:ext cx="6221145" cy="1468800"/>
          </a:xfrm>
          <a:prstGeom prst="rect">
            <a:avLst/>
          </a:prstGeom>
        </p:spPr>
        <p:txBody>
          <a:bodyPr anchor="b"/>
          <a:lstStyle>
            <a:lvl1pPr algn="l">
              <a:defRPr sz="4800" cap="none" baseline="0">
                <a:solidFill>
                  <a:schemeClr val="bg1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Click to edit title for presentation</a:t>
            </a:r>
            <a:endParaRPr lang="en-GB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A67A3E2-C7EB-DF4A-BB8D-9FBE6B9AE7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470709" y="3903895"/>
            <a:ext cx="6221145" cy="1618364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3200" baseline="0">
                <a:solidFill>
                  <a:schemeClr val="bg1"/>
                </a:solidFill>
                <a:latin typeface="Open Sans SemiBold" pitchFamily="2" charset="0"/>
              </a:defRPr>
            </a:lvl1pPr>
          </a:lstStyle>
          <a:p>
            <a:r>
              <a:rPr lang="en-GB" b="1" i="0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Edit subtitle for presentation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BC88DA-0FA3-C5F6-8307-0B493BA07F5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0975" y="2371595"/>
            <a:ext cx="2262911" cy="1987463"/>
          </a:xfrm>
          <a:prstGeom prst="rect">
            <a:avLst/>
          </a:prstGeom>
        </p:spPr>
        <p:txBody>
          <a:bodyPr vert="horz" lIns="121920" tIns="60960" rIns="121920" bIns="6096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cap="none" baseline="0">
                <a:solidFill>
                  <a:srgbClr val="A6192E"/>
                </a:solidFill>
                <a:latin typeface="Sora SemiBold" pitchFamily="2" charset="0"/>
                <a:ea typeface="+mj-ea"/>
                <a:cs typeface="+mj-cs"/>
              </a:defRPr>
            </a:lvl1pPr>
          </a:lstStyle>
          <a:p>
            <a:endParaRPr lang="en-GB" sz="12800" dirty="0">
              <a:solidFill>
                <a:srgbClr val="FFFFFF"/>
              </a:solidFill>
            </a:endParaRP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4FA2BA17-88C8-EDF7-B3B7-F75C58AC9B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1" y="1"/>
            <a:ext cx="3833447" cy="688975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4" name="Picture 3" descr="A row of white circles&#10;&#10;AI-generated content may be incorrect.">
            <a:extLst>
              <a:ext uri="{FF2B5EF4-FFF2-40B4-BE49-F238E27FC236}">
                <a16:creationId xmlns:a16="http://schemas.microsoft.com/office/drawing/2014/main" id="{22A81893-0256-E9F9-A41F-5B3D3EF0EA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127" y="95626"/>
            <a:ext cx="3332063" cy="1874285"/>
          </a:xfrm>
          <a:prstGeom prst="rect">
            <a:avLst/>
          </a:prstGeom>
        </p:spPr>
      </p:pic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24ED7F17-6D10-D2D2-F5E4-4A935CD962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428" y="5608774"/>
            <a:ext cx="1874560" cy="5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2408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page_Style 3">
    <p:bg>
      <p:bgPr>
        <a:solidFill>
          <a:srgbClr val="A6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732B7BF-B53F-D77C-AFE8-62C84D5CE2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805" y="5626861"/>
            <a:ext cx="1834100" cy="53040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CD82FDB-EF48-E4C3-D028-712EE57006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1565381" y="1960199"/>
            <a:ext cx="6221145" cy="1468800"/>
          </a:xfrm>
          <a:prstGeom prst="rect">
            <a:avLst/>
          </a:prstGeom>
        </p:spPr>
        <p:txBody>
          <a:bodyPr anchor="b"/>
          <a:lstStyle>
            <a:lvl1pPr algn="l">
              <a:defRPr sz="4800" cap="none" baseline="0">
                <a:solidFill>
                  <a:schemeClr val="bg1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Click to edit title for presentation</a:t>
            </a:r>
            <a:endParaRPr lang="en-GB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A67A3E2-C7EB-DF4A-BB8D-9FBE6B9AE7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565381" y="3903895"/>
            <a:ext cx="6221145" cy="172296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3200" baseline="0">
                <a:solidFill>
                  <a:schemeClr val="bg1"/>
                </a:solidFill>
                <a:latin typeface="Open Sans SemiBold" pitchFamily="2" charset="0"/>
              </a:defRPr>
            </a:lvl1pPr>
          </a:lstStyle>
          <a:p>
            <a:r>
              <a:rPr lang="en-GB" b="1" i="0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Edit subtitle for presentation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2" name="Picture 1" descr="A row of white circles&#10;&#10;AI-generated content may be incorrect.">
            <a:extLst>
              <a:ext uri="{FF2B5EF4-FFF2-40B4-BE49-F238E27FC236}">
                <a16:creationId xmlns:a16="http://schemas.microsoft.com/office/drawing/2014/main" id="{337B8B00-F50C-AE22-2F9B-511551F018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381" y="95626"/>
            <a:ext cx="3332063" cy="187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4388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er option - Yellow">
    <p:bg>
      <p:bgPr>
        <a:solidFill>
          <a:srgbClr val="FFD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row of red circles&#10;&#10;AI-generated content may be incorrect.">
            <a:extLst>
              <a:ext uri="{FF2B5EF4-FFF2-40B4-BE49-F238E27FC236}">
                <a16:creationId xmlns:a16="http://schemas.microsoft.com/office/drawing/2014/main" id="{E264F266-FE0A-90E5-8FE4-9D32C6C887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902241" y="514351"/>
            <a:ext cx="10363200" cy="5829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149618-BB70-EF25-F3C2-10092EC971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267560" y="2535455"/>
            <a:ext cx="7012800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divider</a:t>
            </a:r>
            <a:br>
              <a:rPr lang="en-GB" cap="none" baseline="0" dirty="0"/>
            </a:br>
            <a:r>
              <a:rPr lang="en-GB" cap="none" baseline="0" dirty="0"/>
              <a:t>title goes here</a:t>
            </a:r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EE1B40-3947-E33D-075D-0CC16C0B32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6988" y="2694599"/>
            <a:ext cx="6221145" cy="1468800"/>
          </a:xfrm>
          <a:prstGeom prst="rect">
            <a:avLst/>
          </a:prstGeom>
        </p:spPr>
        <p:txBody>
          <a:bodyPr vert="horz" lIns="121920" tIns="60960" rIns="121920" bIns="6096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none" baseline="0">
                <a:solidFill>
                  <a:schemeClr val="bg1"/>
                </a:solidFill>
                <a:latin typeface="Sora SemiBold" pitchFamily="2" charset="0"/>
                <a:ea typeface="+mj-ea"/>
                <a:cs typeface="+mj-cs"/>
              </a:defRPr>
            </a:lvl1pPr>
          </a:lstStyle>
          <a:p>
            <a:endParaRPr lang="en-GB" sz="48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C4DEA91-0F8F-FD6E-8F0B-057A1E3F79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608437" y="2660255"/>
            <a:ext cx="3341843" cy="1219200"/>
          </a:xfrm>
        </p:spPr>
        <p:txBody>
          <a:bodyPr/>
          <a:lstStyle>
            <a:lvl1pPr algn="ctr">
              <a:buNone/>
              <a:defRPr sz="12800">
                <a:solidFill>
                  <a:srgbClr val="FFFFFF"/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9168432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601374" y="2842125"/>
            <a:ext cx="594885" cy="2255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 baseline="0">
                <a:solidFill>
                  <a:srgbClr val="A6192E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cap="none" baseline="0" dirty="0"/>
              <a:t>01</a:t>
            </a:r>
          </a:p>
          <a:p>
            <a:r>
              <a:rPr lang="en-GB" cap="none" baseline="0" dirty="0"/>
              <a:t>04</a:t>
            </a:r>
          </a:p>
          <a:p>
            <a:r>
              <a:rPr lang="en-GB" cap="none" baseline="0" dirty="0"/>
              <a:t>06</a:t>
            </a:r>
          </a:p>
          <a:p>
            <a:r>
              <a:rPr lang="en-GB" cap="none" baseline="0" dirty="0"/>
              <a:t>09</a:t>
            </a:r>
          </a:p>
          <a:p>
            <a:r>
              <a:rPr lang="en-GB" cap="none" baseline="0" dirty="0"/>
              <a:t>12</a:t>
            </a:r>
          </a:p>
          <a:p>
            <a:r>
              <a:rPr lang="en-GB" cap="none" baseline="0" dirty="0"/>
              <a:t>15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46760E9-BA1E-5184-E44C-FC2B896CF6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338015" y="2841938"/>
            <a:ext cx="1196375" cy="225532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200" baseline="0"/>
            </a:lvl1pPr>
          </a:lstStyle>
          <a:p>
            <a:pPr lvl="0"/>
            <a:r>
              <a:rPr lang="en-GB" dirty="0"/>
              <a:t>Section 1</a:t>
            </a:r>
          </a:p>
          <a:p>
            <a:pPr lvl="0"/>
            <a:r>
              <a:rPr lang="en-GB" dirty="0"/>
              <a:t>Section 2</a:t>
            </a:r>
          </a:p>
          <a:p>
            <a:pPr lvl="0"/>
            <a:r>
              <a:rPr lang="en-GB" dirty="0"/>
              <a:t>Section 3</a:t>
            </a:r>
          </a:p>
          <a:p>
            <a:pPr lvl="0"/>
            <a:r>
              <a:rPr lang="en-GB" dirty="0"/>
              <a:t>Section 4</a:t>
            </a:r>
          </a:p>
          <a:p>
            <a:pPr lvl="0"/>
            <a:r>
              <a:rPr lang="en-GB" dirty="0"/>
              <a:t>Section 5</a:t>
            </a:r>
          </a:p>
          <a:p>
            <a:pPr lvl="0"/>
            <a:r>
              <a:rPr lang="en-GB" dirty="0"/>
              <a:t>Section 6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54B27B-140F-6C92-8578-CAEDFF316E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01374" y="1041505"/>
            <a:ext cx="5836003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title goes here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2E62A01-E3AD-2324-6FA3-74027CC441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pic>
        <p:nvPicPr>
          <p:cNvPr id="12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AE5A7DF-6A1C-427A-6D98-2274CCF644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362" y="5377645"/>
            <a:ext cx="1512441" cy="1512441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E64F54A-4E4A-02F4-3416-234B7584CE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6997701" y="1"/>
            <a:ext cx="5194300" cy="688975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7" name="Picture 6" descr="A group of blue circles&#10;&#10;AI-generated content may be incorrect.">
            <a:extLst>
              <a:ext uri="{FF2B5EF4-FFF2-40B4-BE49-F238E27FC236}">
                <a16:creationId xmlns:a16="http://schemas.microsoft.com/office/drawing/2014/main" id="{D27706F7-5403-C373-C514-21A70CC46A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73" y="6095181"/>
            <a:ext cx="928603" cy="52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4155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Stone">
    <p:bg>
      <p:bgPr>
        <a:solidFill>
          <a:srgbClr val="E7DF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016F30F-F3BB-F7C4-B688-BE5ED13239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267560" y="2535455"/>
            <a:ext cx="7012800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divider</a:t>
            </a:r>
            <a:br>
              <a:rPr lang="en-GB" cap="none" baseline="0" dirty="0"/>
            </a:br>
            <a:r>
              <a:rPr lang="en-GB" cap="none" baseline="0" dirty="0"/>
              <a:t>title goes here</a:t>
            </a:r>
            <a:endParaRPr lang="en-GB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2EBB1D4-6456-6348-DF34-80A8B79711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608437" y="2546293"/>
            <a:ext cx="3341843" cy="1219200"/>
          </a:xfrm>
        </p:spPr>
        <p:txBody>
          <a:bodyPr/>
          <a:lstStyle>
            <a:lvl1pPr algn="ctr">
              <a:buNone/>
              <a:defRPr sz="12800">
                <a:solidFill>
                  <a:srgbClr val="A6192E"/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  <p:pic>
        <p:nvPicPr>
          <p:cNvPr id="5" name="Picture 4" descr="A row of red circles&#10;&#10;AI-generated content may be incorrect.">
            <a:extLst>
              <a:ext uri="{FF2B5EF4-FFF2-40B4-BE49-F238E27FC236}">
                <a16:creationId xmlns:a16="http://schemas.microsoft.com/office/drawing/2014/main" id="{6EDCFBD7-8369-9AF1-04B3-4A0508DCDC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890049" y="416166"/>
            <a:ext cx="103632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52918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paragraph with Image (Left) 1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8CD982D-A440-A123-C52A-293FE7DD6E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23560" y="720281"/>
            <a:ext cx="4606168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</a:t>
            </a:r>
            <a:br>
              <a:rPr lang="en-GB" cap="none" baseline="0" dirty="0"/>
            </a:br>
            <a:r>
              <a:rPr lang="en-GB" cap="none" baseline="0" dirty="0"/>
              <a:t>in sentence case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81A2D00-3913-3091-FD66-443F9918B9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83CEDC9-ABA5-8DE1-235B-479817E199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362" y="5377645"/>
            <a:ext cx="1512441" cy="1512441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F87A8-DEC8-A3FB-3919-97E77FC1CD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6096000" y="1"/>
            <a:ext cx="6096000" cy="688975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6B16581-105D-BCE6-4C72-29D92B8DBB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24419" y="2512044"/>
            <a:ext cx="4740061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E5624A7-358F-0EEB-116A-C84C455B09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624419" y="3462004"/>
            <a:ext cx="4740061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Paragraph goes here</a:t>
            </a:r>
          </a:p>
        </p:txBody>
      </p:sp>
      <p:pic>
        <p:nvPicPr>
          <p:cNvPr id="5" name="Picture 4" descr="A row of pink circles&#10;&#10;AI-generated content may be incorrect.">
            <a:extLst>
              <a:ext uri="{FF2B5EF4-FFF2-40B4-BE49-F238E27FC236}">
                <a16:creationId xmlns:a16="http://schemas.microsoft.com/office/drawing/2014/main" id="{83363666-2D2F-C94B-68AC-FDBEF4FFD5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12" y="6084851"/>
            <a:ext cx="921065" cy="51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90123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paragraph with image (Right) 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DBEE5A-7AF9-93C4-D908-BE43F5C23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7026571" y="723103"/>
            <a:ext cx="4251688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</a:t>
            </a:r>
            <a:br>
              <a:rPr lang="en-GB" cap="none" baseline="0" dirty="0"/>
            </a:br>
            <a:r>
              <a:rPr lang="en-GB" cap="none" baseline="0" dirty="0"/>
              <a:t>in sentence case</a:t>
            </a:r>
            <a:endParaRPr lang="en-GB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2FEF78D-1D46-12F1-4B85-24317AACE4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C403FB-1C02-A6AF-30DB-01D7901D17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6D0A891-CF17-EB27-06ED-6AE40C82AC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021026" y="2512044"/>
            <a:ext cx="4740061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89480697-3520-0367-9228-E2B58E8970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7021026" y="3462004"/>
            <a:ext cx="4740061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Paragraph goes here</a:t>
            </a:r>
          </a:p>
        </p:txBody>
      </p:sp>
      <p:pic>
        <p:nvPicPr>
          <p:cNvPr id="5" name="Picture 4" descr="A row of yellow circles&#10;&#10;AI-generated content may be incorrect.">
            <a:extLst>
              <a:ext uri="{FF2B5EF4-FFF2-40B4-BE49-F238E27FC236}">
                <a16:creationId xmlns:a16="http://schemas.microsoft.com/office/drawing/2014/main" id="{E9D548D2-6EDD-8416-70CD-7DC1B9F30D0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026" y="6057525"/>
            <a:ext cx="892489" cy="50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608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Pink">
    <p:bg>
      <p:bgPr>
        <a:solidFill>
          <a:srgbClr val="FFA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ow of red circles&#10;&#10;AI-generated content may be incorrect.">
            <a:extLst>
              <a:ext uri="{FF2B5EF4-FFF2-40B4-BE49-F238E27FC236}">
                <a16:creationId xmlns:a16="http://schemas.microsoft.com/office/drawing/2014/main" id="{15EDEF21-5203-96DD-08EC-4B32F08D9F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902241" y="514351"/>
            <a:ext cx="10363200" cy="58293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EAF06FD-A58D-ABA2-925D-FB57B65899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267560" y="2535455"/>
            <a:ext cx="7012800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divider</a:t>
            </a:r>
            <a:br>
              <a:rPr lang="en-GB" cap="none" baseline="0" dirty="0"/>
            </a:br>
            <a:r>
              <a:rPr lang="en-GB" cap="none" baseline="0" dirty="0"/>
              <a:t>title goes here</a:t>
            </a:r>
            <a:endParaRPr lang="en-GB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0D8E740E-1005-2E37-232B-8BB1469DF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608437" y="2660255"/>
            <a:ext cx="3341843" cy="1219200"/>
          </a:xfrm>
        </p:spPr>
        <p:txBody>
          <a:bodyPr/>
          <a:lstStyle>
            <a:lvl1pPr algn="ctr">
              <a:buNone/>
              <a:defRPr sz="12800">
                <a:solidFill>
                  <a:srgbClr val="FFFFFF"/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25661876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short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26D2E84-653D-EC92-68F6-45D3513C2C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18EFF-7099-2F5C-9428-2B6B5B9949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23560" y="720281"/>
            <a:ext cx="5472440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</a:t>
            </a:r>
            <a:br>
              <a:rPr lang="en-GB" cap="none" baseline="0" dirty="0"/>
            </a:br>
            <a:r>
              <a:rPr lang="en-GB" cap="none" baseline="0" dirty="0"/>
              <a:t>in sentence case</a:t>
            </a:r>
            <a:endParaRPr lang="en-GB" dirty="0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F27E8A3B-97CF-27DE-830F-DD137C6C5F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hart" sz="quarter" idx="11"/>
          </p:nvPr>
        </p:nvSpPr>
        <p:spPr>
          <a:xfrm>
            <a:off x="6570133" y="719667"/>
            <a:ext cx="5014384" cy="4711700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E3B3618-D5AD-9407-ED2A-9E1E9D8693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24419" y="2512044"/>
            <a:ext cx="4740061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C94BE64-CCF6-C70F-A099-70625A491F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624419" y="3462004"/>
            <a:ext cx="4740061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Paragraph goes here</a:t>
            </a:r>
          </a:p>
        </p:txBody>
      </p:sp>
    </p:spTree>
    <p:extLst>
      <p:ext uri="{BB962C8B-B14F-4D97-AF65-F5344CB8AC3E}">
        <p14:creationId xmlns:p14="http://schemas.microsoft.com/office/powerpoint/2010/main" val="365112170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point and imag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DBEE5A-7AF9-93C4-D908-BE43F5C23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7026571" y="723103"/>
            <a:ext cx="4251688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</a:t>
            </a:r>
            <a:br>
              <a:rPr lang="en-GB" cap="none" baseline="0" dirty="0"/>
            </a:br>
            <a:r>
              <a:rPr lang="en-GB" cap="none" baseline="0" dirty="0"/>
              <a:t>in sentence case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F10B272-E89D-AAEC-0ADA-261325084F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7021027" y="2567517"/>
            <a:ext cx="4251688" cy="172296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Char char="•"/>
              <a:defRPr sz="2133" baseline="0">
                <a:solidFill>
                  <a:schemeClr val="tx1"/>
                </a:solidFill>
                <a:latin typeface="Open Sans SemiBold" pitchFamily="2" charset="0"/>
              </a:defRPr>
            </a:lvl1pPr>
          </a:lstStyle>
          <a:p>
            <a:r>
              <a:rPr lang="en-GB" dirty="0"/>
              <a:t> Bullet point</a:t>
            </a:r>
          </a:p>
          <a:p>
            <a:r>
              <a:rPr lang="en-GB" dirty="0"/>
              <a:t> Bullet point</a:t>
            </a:r>
          </a:p>
          <a:p>
            <a:r>
              <a:rPr lang="en-GB" dirty="0"/>
              <a:t> Bullet point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2FEF78D-1D46-12F1-4B85-24317AACE4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41FCAF-CD85-5F85-68DA-CC757CA878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5" name="Picture 4" descr="A row of red circles&#10;&#10;AI-generated content may be incorrect.">
            <a:extLst>
              <a:ext uri="{FF2B5EF4-FFF2-40B4-BE49-F238E27FC236}">
                <a16:creationId xmlns:a16="http://schemas.microsoft.com/office/drawing/2014/main" id="{29EEC352-0384-8379-8F67-FDC8AE21B6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027" y="6087085"/>
            <a:ext cx="903773" cy="50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67236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point with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81A2D00-3913-3091-FD66-443F9918B9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83CEDC9-ABA5-8DE1-235B-479817E199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362" y="5377645"/>
            <a:ext cx="1512441" cy="15124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3071F-E3BC-A047-2082-65B6105785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23559" y="723103"/>
            <a:ext cx="4251688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</a:t>
            </a:r>
            <a:br>
              <a:rPr lang="en-GB" cap="none" baseline="0" dirty="0"/>
            </a:br>
            <a:r>
              <a:rPr lang="en-GB" cap="none" baseline="0" dirty="0"/>
              <a:t>in sentence case</a:t>
            </a:r>
            <a:endParaRPr lang="en-GB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B72556E-6B06-6C1F-1BF8-E467D35F57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618015" y="2567517"/>
            <a:ext cx="4251688" cy="172296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Char char="•"/>
              <a:defRPr sz="2133" baseline="0">
                <a:solidFill>
                  <a:schemeClr val="tx1"/>
                </a:solidFill>
                <a:latin typeface="Open Sans SemiBold" pitchFamily="2" charset="0"/>
              </a:defRPr>
            </a:lvl1pPr>
          </a:lstStyle>
          <a:p>
            <a:r>
              <a:rPr lang="en-GB" dirty="0"/>
              <a:t> Bullet point</a:t>
            </a:r>
          </a:p>
          <a:p>
            <a:r>
              <a:rPr lang="en-GB" dirty="0"/>
              <a:t> Bullet point</a:t>
            </a:r>
          </a:p>
          <a:p>
            <a:r>
              <a:rPr lang="en-GB" dirty="0"/>
              <a:t> Bullet point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A07812F-E76D-0862-D865-DC29D87B90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" name="Picture 2" descr="A row of yellow circles&#10;&#10;AI-generated content may be incorrect.">
            <a:extLst>
              <a:ext uri="{FF2B5EF4-FFF2-40B4-BE49-F238E27FC236}">
                <a16:creationId xmlns:a16="http://schemas.microsoft.com/office/drawing/2014/main" id="{71387648-9796-9C4D-C76E-FAF1C8E04D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16" y="221078"/>
            <a:ext cx="892489" cy="50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14568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Green">
    <p:bg>
      <p:bgPr>
        <a:solidFill>
          <a:srgbClr val="BBE9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803A43-318F-2CFB-57F2-8500E8BAFE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267560" y="2535455"/>
            <a:ext cx="7012800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divider</a:t>
            </a:r>
            <a:br>
              <a:rPr lang="en-GB" cap="none" baseline="0" dirty="0"/>
            </a:br>
            <a:r>
              <a:rPr lang="en-GB" cap="none" baseline="0" dirty="0"/>
              <a:t>title goes here</a:t>
            </a:r>
            <a:endParaRPr lang="en-GB" dirty="0"/>
          </a:p>
        </p:txBody>
      </p:sp>
      <p:pic>
        <p:nvPicPr>
          <p:cNvPr id="2" name="Picture 1" descr="A row of red circles&#10;&#10;AI-generated content may be incorrect.">
            <a:extLst>
              <a:ext uri="{FF2B5EF4-FFF2-40B4-BE49-F238E27FC236}">
                <a16:creationId xmlns:a16="http://schemas.microsoft.com/office/drawing/2014/main" id="{E94408D4-EB13-8B42-C2CC-21ACFBDE16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902241" y="514351"/>
            <a:ext cx="10363200" cy="5829300"/>
          </a:xfrm>
          <a:prstGeom prst="rect">
            <a:avLst/>
          </a:prstGeom>
        </p:spPr>
      </p:pic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9E66CBE5-C30C-9EBC-891E-2E5CBAD440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608437" y="2660255"/>
            <a:ext cx="3341843" cy="1219200"/>
          </a:xfrm>
        </p:spPr>
        <p:txBody>
          <a:bodyPr/>
          <a:lstStyle>
            <a:lvl1pPr algn="ctr">
              <a:buNone/>
              <a:defRPr sz="12800">
                <a:solidFill>
                  <a:srgbClr val="FFFFFF"/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84142055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chart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DBEE5A-7AF9-93C4-D908-BE43F5C23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23559" y="38868"/>
            <a:ext cx="8277599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in sentence case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FDD2453-E972-EA7E-8E31-AC52B0DE22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CD9C1A63-2115-4E93-25FF-60913415AA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hart" sz="quarter" idx="10"/>
          </p:nvPr>
        </p:nvSpPr>
        <p:spPr>
          <a:xfrm>
            <a:off x="623558" y="2103208"/>
            <a:ext cx="10960004" cy="3139351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621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paragraph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DBEE5A-7AF9-93C4-D908-BE43F5C23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09728" y="729748"/>
            <a:ext cx="8277599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in sentence case</a:t>
            </a:r>
            <a:endParaRPr lang="en-GB" dirty="0"/>
          </a:p>
        </p:txBody>
      </p:sp>
      <p:sp>
        <p:nvSpPr>
          <p:cNvPr id="2" name="Content Placeholder 34">
            <a:extLst>
              <a:ext uri="{FF2B5EF4-FFF2-40B4-BE49-F238E27FC236}">
                <a16:creationId xmlns:a16="http://schemas.microsoft.com/office/drawing/2014/main" id="{CA197105-9BC7-6FAD-A73D-225929656A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0" hasCustomPrompt="1"/>
          </p:nvPr>
        </p:nvSpPr>
        <p:spPr>
          <a:xfrm>
            <a:off x="4539917" y="2937343"/>
            <a:ext cx="7042356" cy="2743212"/>
          </a:xfrm>
        </p:spPr>
        <p:txBody>
          <a:bodyPr/>
          <a:lstStyle>
            <a:lvl1pPr marL="0" indent="0">
              <a:buFontTx/>
              <a:buNone/>
              <a:defRPr sz="1067" b="0" i="0" baseline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Insert additional content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8630B94-0CBF-1FCA-605F-69B330A4A3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90C009-FA26-9112-76F8-C81306E61A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623561" y="3464169"/>
            <a:ext cx="3533332" cy="236476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867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placerat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In id cursus mi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pretium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tellus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duis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convallis. Tempus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leo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eu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aenean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sed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diam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urna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tempor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B2486CCE-919C-1B19-2428-D890C01EE6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24418" y="2512044"/>
            <a:ext cx="3532473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110071980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Video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A9CCC-0BBA-5623-5B1A-59B18B2B46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Content Placeholder 34">
            <a:extLst>
              <a:ext uri="{FF2B5EF4-FFF2-40B4-BE49-F238E27FC236}">
                <a16:creationId xmlns:a16="http://schemas.microsoft.com/office/drawing/2014/main" id="{2B810C65-BB20-C022-A401-C110053080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2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FontTx/>
              <a:buNone/>
              <a:defRPr sz="1067" b="0" i="0" baseline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Insert video or full page image</a:t>
            </a:r>
          </a:p>
        </p:txBody>
      </p:sp>
    </p:spTree>
    <p:extLst>
      <p:ext uri="{BB962C8B-B14F-4D97-AF65-F5344CB8AC3E}">
        <p14:creationId xmlns:p14="http://schemas.microsoft.com/office/powerpoint/2010/main" val="422586651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Blue">
    <p:bg>
      <p:bgPr>
        <a:solidFill>
          <a:srgbClr val="70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w of red circles&#10;&#10;AI-generated content may be incorrect.">
            <a:extLst>
              <a:ext uri="{FF2B5EF4-FFF2-40B4-BE49-F238E27FC236}">
                <a16:creationId xmlns:a16="http://schemas.microsoft.com/office/drawing/2014/main" id="{07A1627C-77A6-B937-B843-025DFE652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890049" y="514351"/>
            <a:ext cx="10363200" cy="58293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B803A43-318F-2CFB-57F2-8500E8BAFE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560" y="2535455"/>
            <a:ext cx="7012800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divider</a:t>
            </a:r>
            <a:br>
              <a:rPr lang="en-GB" cap="none" baseline="0" dirty="0"/>
            </a:br>
            <a:r>
              <a:rPr lang="en-GB" cap="none" baseline="0" dirty="0"/>
              <a:t>title goes here</a:t>
            </a:r>
            <a:endParaRPr lang="en-GB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F3DC11E9-B88F-936C-5B30-C5ED6481AC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437" y="2660255"/>
            <a:ext cx="3341843" cy="1219200"/>
          </a:xfrm>
        </p:spPr>
        <p:txBody>
          <a:bodyPr/>
          <a:lstStyle>
            <a:lvl1pPr algn="ctr">
              <a:buNone/>
              <a:defRPr sz="12800">
                <a:solidFill>
                  <a:srgbClr val="A6192E"/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56292513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short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DBEE5A-7AF9-93C4-D908-BE43F5C23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09728" y="729748"/>
            <a:ext cx="8277599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in sentence case</a:t>
            </a:r>
            <a:endParaRPr lang="en-GB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07D7E3B-F4BD-1890-15C2-94FE1CC6CE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1F46726-7D4A-0B20-A5A4-6723BC5A8E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623560" y="3464168"/>
            <a:ext cx="2763984" cy="2892183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placerat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In id cursus mi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pretium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tellus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duis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convallis. Tempus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leo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eu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aenean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sed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diam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urna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tempor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5399D9-58BE-7662-0770-374C55E26B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4296791" y="3464168"/>
            <a:ext cx="2763984" cy="2892183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placerat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In id cursus mi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pretium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tellus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duis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convallis. Tempus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leo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eu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aenean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sed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diam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urna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tempor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E70B2120-2DC2-32CA-AEFE-63A5199EFD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7981319" y="3464168"/>
            <a:ext cx="2763984" cy="2892183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placerat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In id cursus mi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pretium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tellus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duis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convallis. Tempus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leo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eu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aenean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sed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diam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urna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tempor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5812E-C942-68D2-043C-ED32896439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24419" y="2512044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A6CAF53D-5750-3587-011A-865A3D1DA1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97650" y="2512044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186347A-C1EB-F128-CF8C-3647E9AA85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7970880" y="2512044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241666537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ircles Content with Keyline circle Yellow">
    <p:bg>
      <p:bgPr>
        <a:solidFill>
          <a:srgbClr val="FFD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w of red circles&#10;&#10;AI-generated content may be incorrect.">
            <a:extLst>
              <a:ext uri="{FF2B5EF4-FFF2-40B4-BE49-F238E27FC236}">
                <a16:creationId xmlns:a16="http://schemas.microsoft.com/office/drawing/2014/main" id="{FEF535AE-0343-A8BE-78BE-E306012786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94909" y="113241"/>
            <a:ext cx="11746681" cy="66075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B3F1-A1F1-FBA4-6B97-5ADE79AE92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30AAFB9-7A11-83B6-C361-0FC4905B8B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797732" y="3266776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7247E58-8430-52E3-EF5C-0B0F6AEEC0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98591" y="2419961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35F9D80-26F8-291C-32D2-B8E1C1958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786257" y="3231940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30B0858-08E1-9C98-86A8-159AF5BC94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4787116" y="2385125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FD8E480-93A5-EC11-6B29-2513FA8576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8774783" y="3266776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6BC617D1-2A41-ACDA-7C4D-320547B1BE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8775642" y="2419961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22619415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ircles Content with Keyline circle Pink">
    <p:bg>
      <p:bgPr>
        <a:solidFill>
          <a:srgbClr val="FFA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ow of red circles&#10;&#10;AI-generated content may be incorrect.">
            <a:extLst>
              <a:ext uri="{FF2B5EF4-FFF2-40B4-BE49-F238E27FC236}">
                <a16:creationId xmlns:a16="http://schemas.microsoft.com/office/drawing/2014/main" id="{15CDCF4D-B762-A17E-B788-F3DC1C766E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94909" y="113241"/>
            <a:ext cx="11746681" cy="66075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B3F1-A1F1-FBA4-6B97-5ADE79AE92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A1593-7B3F-8101-3A90-F026AAF9A9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797732" y="3266776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85BBF97-D723-FAF0-56CE-B0E811D36E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98591" y="2419961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AFABD80-E4C3-A54C-BFB3-33898A7DB8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786257" y="3231940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F1154BD-295E-3F73-08C5-07F9487F12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4787116" y="2385125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3525F61-EE2C-01A7-21D1-68EA981DA0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8774783" y="3266776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EB0347C-3F51-A075-FDAB-38C96B2330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8775642" y="2419961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345836306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3 Circles Content with Keyline Green">
    <p:bg>
      <p:bgPr>
        <a:solidFill>
          <a:srgbClr val="BBE9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ow of red circles&#10;&#10;AI-generated content may be incorrect.">
            <a:extLst>
              <a:ext uri="{FF2B5EF4-FFF2-40B4-BE49-F238E27FC236}">
                <a16:creationId xmlns:a16="http://schemas.microsoft.com/office/drawing/2014/main" id="{3B47C9B3-DB71-D88E-042C-3116866519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94909" y="113241"/>
            <a:ext cx="11746681" cy="66075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B3F1-A1F1-FBA4-6B97-5ADE79AE92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CBBED3-104E-56C0-49DB-D903EFFBD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797732" y="3266776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3F6D377F-4F43-20F5-CEA2-F38C153C26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98591" y="2419961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D0F1E0A-4ED0-7BBE-F98B-7C4C131178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786257" y="3231940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0FD0DB7-326C-19DF-47AC-E023DDCA95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4787116" y="2385125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BEC53A9-AA2C-49AA-C050-2273175727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8774783" y="3266776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25AC09B-1F13-7B31-8B71-98A8E378C9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8775642" y="2419961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218855328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3 Circles Content with Keyline Blue">
    <p:bg>
      <p:bgPr>
        <a:solidFill>
          <a:srgbClr val="70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ow of red circles&#10;&#10;AI-generated content may be incorrect.">
            <a:extLst>
              <a:ext uri="{FF2B5EF4-FFF2-40B4-BE49-F238E27FC236}">
                <a16:creationId xmlns:a16="http://schemas.microsoft.com/office/drawing/2014/main" id="{B2EDE650-24D7-132C-87C9-B1C5E46350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94909" y="113241"/>
            <a:ext cx="11746681" cy="66075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B3F1-A1F1-FBA4-6B97-5ADE79AE92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7694A9-C57F-B7EB-A8C5-BD37E06CF4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797732" y="3266776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B851540-F96B-8942-50A7-5C33EFC377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98591" y="2419961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3239C5C-3676-8FC3-5239-11931DAE71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786257" y="3231940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87CEFBB2-CCCB-0843-CDA5-2304017F9C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4787116" y="2385125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87260B5-6E2A-79CF-71CF-11D73FF0FA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8774783" y="3266776"/>
            <a:ext cx="2763984" cy="120362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6E630FE4-3DFC-B7AB-6338-A784C40987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8775642" y="2419961"/>
            <a:ext cx="2763125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421678177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ircles to insert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B39F40DF-B09E-D6E1-0C83-14D857BB24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307583" y="1608375"/>
            <a:ext cx="3780244" cy="3780244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E9425E11-09D8-E32F-A6CB-5C54618AB3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4235385" y="1627727"/>
            <a:ext cx="3780244" cy="3780244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BC4F24FF-9C21-EE32-F8C1-950B3EACD1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8163186" y="1608375"/>
            <a:ext cx="3780244" cy="3780244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B3F1-A1F1-FBA4-6B97-5ADE79AE92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30AAFB9-7A11-83B6-C361-0FC4905B8B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645657" y="702773"/>
            <a:ext cx="3090241" cy="7824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2EBA64B-4536-F587-9F25-079A9BEA82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4550880" y="702773"/>
            <a:ext cx="3090241" cy="7824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840F602-8A28-9BB1-6E5C-4B393154F6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8456104" y="722179"/>
            <a:ext cx="3090241" cy="7824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3A19568-85C9-B34A-B603-3DEB3006A6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645657" y="5550490"/>
            <a:ext cx="3090241" cy="7824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83362F4-3053-EB71-C0EE-119CB7369C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4550880" y="5550490"/>
            <a:ext cx="3090241" cy="7824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59DB3EB-E3CE-2A2E-2F3B-E37A14EA95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8456104" y="5569897"/>
            <a:ext cx="3090241" cy="7824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16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1866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of presentation">
    <p:bg>
      <p:bgPr>
        <a:solidFill>
          <a:srgbClr val="A6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D39FE1-CF16-FEF1-6975-60989ECD0E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4059" y="335167"/>
            <a:ext cx="5631941" cy="1468800"/>
          </a:xfrm>
          <a:prstGeom prst="rect">
            <a:avLst/>
          </a:prstGeom>
        </p:spPr>
        <p:txBody>
          <a:bodyPr vert="horz" lIns="121920" tIns="60960" rIns="121920" bIns="6096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cap="none" baseline="0">
                <a:solidFill>
                  <a:srgbClr val="A6192E"/>
                </a:solidFill>
                <a:latin typeface="Sora SemiBold" pitchFamily="2" charset="0"/>
                <a:ea typeface="+mj-ea"/>
                <a:cs typeface="+mj-cs"/>
              </a:defRPr>
            </a:lvl1pPr>
          </a:lstStyle>
          <a:p>
            <a:pPr marL="0" indent="0" algn="l">
              <a:tabLst>
                <a:tab pos="3960185" algn="l"/>
                <a:tab pos="4311543" algn="l"/>
              </a:tabLst>
            </a:pPr>
            <a:r>
              <a:rPr lang="en-GB" sz="6400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C8F251-2857-AECB-9B3F-DEFB76E7D2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601115" y="2397265"/>
            <a:ext cx="5127192" cy="96037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2133" b="1" i="0" baseline="0">
                <a:solidFill>
                  <a:schemeClr val="bg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1" i="0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Speaker Name</a:t>
            </a:r>
          </a:p>
          <a:p>
            <a:endParaRPr lang="en-GB" b="1" i="0" dirty="0">
              <a:latin typeface="Open Sans SemiBold" pitchFamily="2" charset="0"/>
              <a:ea typeface="Open Sans SemiBold" pitchFamily="2" charset="0"/>
              <a:cs typeface="Open Sans SemiBold" pitchFamily="2" charset="0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C3A2189-BA6A-6363-00CC-2859C5FED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01113" y="3555569"/>
            <a:ext cx="5127192" cy="48018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Tx/>
              <a:buNone/>
              <a:tabLst>
                <a:tab pos="3896687" algn="l"/>
              </a:tabLst>
              <a:defRPr sz="2133" b="1" i="0" baseline="0">
                <a:solidFill>
                  <a:schemeClr val="bg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1" i="0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Web address or call to action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09CE836-530C-194E-D39F-850B82F68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601113" y="4370523"/>
            <a:ext cx="1828800" cy="183091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8" name="Picture 7" descr="A group of green circles&#10;&#10;AI-generated content may be incorrect.">
            <a:extLst>
              <a:ext uri="{FF2B5EF4-FFF2-40B4-BE49-F238E27FC236}">
                <a16:creationId xmlns:a16="http://schemas.microsoft.com/office/drawing/2014/main" id="{D19CA162-DE26-7449-713A-250B7110EA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482" y="533096"/>
            <a:ext cx="2665505" cy="1499347"/>
          </a:xfrm>
          <a:prstGeom prst="rect">
            <a:avLst/>
          </a:prstGeom>
        </p:spPr>
      </p:pic>
      <p:pic>
        <p:nvPicPr>
          <p:cNvPr id="12" name="Picture 11" descr="A close-up of a logo&#10;&#10;AI-generated content may be incorrect.">
            <a:extLst>
              <a:ext uri="{FF2B5EF4-FFF2-40B4-BE49-F238E27FC236}">
                <a16:creationId xmlns:a16="http://schemas.microsoft.com/office/drawing/2014/main" id="{67744307-490C-C8A7-1CDD-0B179CE406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428" y="5608774"/>
            <a:ext cx="1874560" cy="5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641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00" y="365125"/>
            <a:ext cx="112032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00" y="1825625"/>
            <a:ext cx="11203200" cy="3851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B695-2D6F-4B27-A656-62DC9A35CA76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4400" y="5814790"/>
            <a:ext cx="27432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0ADC9C6-A5D2-7848-89AF-2244E1524569}"/>
              </a:ext>
            </a:extLst>
          </p:cNvPr>
          <p:cNvGrpSpPr/>
          <p:nvPr userDrawn="1"/>
        </p:nvGrpSpPr>
        <p:grpSpPr>
          <a:xfrm>
            <a:off x="51568" y="6064464"/>
            <a:ext cx="12049558" cy="751489"/>
            <a:chOff x="51568" y="6064464"/>
            <a:chExt cx="12049558" cy="75148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5255D59-7DD3-E247-BD5D-A1D248D9BD6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11455"/>
            <a:stretch/>
          </p:blipFill>
          <p:spPr>
            <a:xfrm>
              <a:off x="51568" y="6064464"/>
              <a:ext cx="12049558" cy="751489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52A735-6D03-7245-97FF-137783366B5D}"/>
                </a:ext>
              </a:extLst>
            </p:cNvPr>
            <p:cNvSpPr/>
            <p:nvPr userDrawn="1"/>
          </p:nvSpPr>
          <p:spPr>
            <a:xfrm>
              <a:off x="51568" y="6285186"/>
              <a:ext cx="6559439" cy="4571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7B9C5547-C0A0-A5A4-8E46-75899EE63FD0}"/>
              </a:ext>
            </a:extLst>
          </p:cNvPr>
          <p:cNvPicPr/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78" y="6321971"/>
            <a:ext cx="1667198" cy="4571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7334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50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5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9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53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5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75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9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78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3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C7EFF-4B85-47B4-9AEE-BAC2AEA4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00" y="365125"/>
            <a:ext cx="11203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355A-FC37-40C1-881B-11D9A87A1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4400" y="1825626"/>
            <a:ext cx="11203200" cy="3859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C79F3-7BFD-4B2B-9937-D0CB01C01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4400" y="58147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C3B695-2D6F-4B27-A656-62DC9A35CA76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0D257-02C6-4B88-B728-A31860AD3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54400" y="58147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1B7CE-A778-4036-BB74-3EFF1FE74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62169" y="6362235"/>
            <a:ext cx="72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4311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0" kern="1200">
          <a:solidFill>
            <a:schemeClr val="tx1"/>
          </a:solidFill>
          <a:latin typeface="Rockwell" panose="02060603020205020403" pitchFamily="18" charset="77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SzPct val="85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SzPct val="85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C7EFF-4B85-47B4-9AEE-BAC2AEA4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00" y="365125"/>
            <a:ext cx="11203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355A-FC37-40C1-881B-11D9A87A1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4400" y="1825626"/>
            <a:ext cx="11203200" cy="3859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C79F3-7BFD-4B2B-9937-D0CB01C01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4400" y="58147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D2579E-D2B3-420A-972D-0CF396453095}" type="datetime1">
              <a:rPr lang="en-GB" smtClean="0"/>
              <a:pPr/>
              <a:t>20/09/2026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0D257-02C6-4B88-B728-A31860AD3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54400" y="58147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1B7CE-A778-4036-BB74-3EFF1FE74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62169" y="6362235"/>
            <a:ext cx="72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998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0" kern="1200">
          <a:solidFill>
            <a:schemeClr val="tx1"/>
          </a:solidFill>
          <a:latin typeface="Rockwell" panose="02060603020205020403" pitchFamily="18" charset="77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SzPct val="85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SzPct val="85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C5AA6-CF9B-4C53-73CE-B44FEC941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4400" y="6378577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aseline="0">
                <a:solidFill>
                  <a:schemeClr val="tx1">
                    <a:tint val="75000"/>
                  </a:schemeClr>
                </a:solidFill>
                <a:latin typeface="Open Sans Medium" pitchFamily="2" charset="0"/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6FFDA2C-46C2-C774-A700-F4E4E345F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00" y="365125"/>
            <a:ext cx="11203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2B6E0CB-EF03-F742-8CCF-E9A157FF1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4400" y="1825626"/>
            <a:ext cx="11203200" cy="3859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79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  <p:sldLayoutId id="2147483763" r:id="rId24"/>
    <p:sldLayoutId id="2147483764" r:id="rId25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tx1"/>
          </a:solidFill>
          <a:latin typeface="Sora SemiBold" pitchFamily="2" charset="0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200" b="1" i="0" kern="1200" baseline="0">
          <a:solidFill>
            <a:schemeClr val="tx1"/>
          </a:solidFill>
          <a:latin typeface="Open Sans SemiBold" pitchFamily="2" charset="0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Open Sans" pitchFamily="2" charset="0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 baseline="0">
          <a:solidFill>
            <a:schemeClr val="tx1"/>
          </a:solidFill>
          <a:latin typeface="Open Sans Light" pitchFamily="2" charset="0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Open Sans Light" pitchFamily="2" charset="0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Open Sans Light" pitchFamily="2" charset="0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C5AA6-CF9B-4C53-73CE-B44FEC941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4400" y="6378577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aseline="0">
                <a:solidFill>
                  <a:schemeClr val="tx1">
                    <a:tint val="75000"/>
                  </a:schemeClr>
                </a:solidFill>
                <a:latin typeface="Open Sans Medium" pitchFamily="2" charset="0"/>
              </a:defRPr>
            </a:lvl1pPr>
          </a:lstStyle>
          <a:p>
            <a:fld id="{A7796F36-B63D-4697-A276-F1C7FF05548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6FFDA2C-46C2-C774-A700-F4E4E345F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00" y="365125"/>
            <a:ext cx="11203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2B6E0CB-EF03-F742-8CCF-E9A157FF1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4400" y="1825626"/>
            <a:ext cx="11203200" cy="3859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0588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tx1"/>
          </a:solidFill>
          <a:latin typeface="Sora SemiBold" pitchFamily="2" charset="0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200" b="1" i="0" kern="1200" baseline="0">
          <a:solidFill>
            <a:schemeClr val="tx1"/>
          </a:solidFill>
          <a:latin typeface="Open Sans SemiBold" pitchFamily="2" charset="0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Open Sans" pitchFamily="2" charset="0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 baseline="0">
          <a:solidFill>
            <a:schemeClr val="tx1"/>
          </a:solidFill>
          <a:latin typeface="Open Sans Light" pitchFamily="2" charset="0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Open Sans Light" pitchFamily="2" charset="0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Open Sans Light" pitchFamily="2" charset="0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5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pe-uob/SEP2026/tree/master/Weekly%20Workbooks/01%20AI%20Tools%20-%20unit%20policy" TargetMode="External"/><Relationship Id="rId1" Type="http://schemas.openxmlformats.org/officeDocument/2006/relationships/slideLayout" Target="../slideLayouts/slideLayout7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9191_1/document/_10337805_1?view=content&amp;state=view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9.xml"/><Relationship Id="rId5" Type="http://schemas.openxmlformats.org/officeDocument/2006/relationships/image" Target="../media/image31.png"/><Relationship Id="rId4" Type="http://schemas.openxmlformats.org/officeDocument/2006/relationships/hyperlink" Target="https://education.github.com/discount_requests/application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s.microsoft.com/l/channel/19%3A234d66b3097d4baeaf04abfdef596bc2%40thread.tacv2/Questions%20and%20Answers?groupId=843eb232-1d99-4994-9266-7ee9638bb6d7&amp;tenantId=b2e47f30-cd7d-4a4e-a5da-b18cf1a4151b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SEP gold mouse&#10;">
            <a:extLst>
              <a:ext uri="{FF2B5EF4-FFF2-40B4-BE49-F238E27FC236}">
                <a16:creationId xmlns:a16="http://schemas.microsoft.com/office/drawing/2014/main" id="{D9F855F3-07EF-4C62-D8F4-18307E46E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" y="-1640205"/>
            <a:ext cx="10138410" cy="1013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11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B6A8D-2A5D-F248-2907-67E2967490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  <a:cs typeface="Arial"/>
              </a:rPr>
              <a:t>Welcome to SEP!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412F2-F353-5ACF-E322-61E5B9A1D2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>
                <a:latin typeface="Rockwell"/>
              </a:rPr>
              <a:t>COMS20006</a:t>
            </a:r>
            <a:br>
              <a:rPr lang="en-GB" sz="3600" dirty="0">
                <a:latin typeface="Rockwell"/>
              </a:rPr>
            </a:br>
            <a:r>
              <a:rPr lang="en-GB" sz="3600" dirty="0">
                <a:latin typeface="Rockwell"/>
              </a:rPr>
              <a:t> </a:t>
            </a:r>
            <a:br>
              <a:rPr lang="en-GB" dirty="0">
                <a:latin typeface="Rockwell"/>
              </a:rPr>
            </a:br>
            <a:r>
              <a:rPr lang="en-GB" dirty="0">
                <a:latin typeface="Rockwell"/>
              </a:rPr>
              <a:t>Software Engineering Project</a:t>
            </a:r>
            <a:br>
              <a:rPr lang="en-GB" dirty="0">
                <a:latin typeface="Rockwell"/>
              </a:rPr>
            </a:br>
            <a:br>
              <a:rPr lang="en-GB" dirty="0">
                <a:latin typeface="Rockwell"/>
              </a:rPr>
            </a:br>
            <a:r>
              <a:rPr lang="en-GB" dirty="0">
                <a:latin typeface="Rockwell"/>
              </a:rPr>
              <a:t>20 credits, TB4</a:t>
            </a:r>
            <a:endParaRPr lang="en-GB" dirty="0"/>
          </a:p>
          <a:p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CC0E79D-6FF6-3E34-B2A8-AF8E50ECBC8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63" r="63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58132FE-BF0C-D0D1-1432-0EF3958E470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63" r="63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EC522E13-6956-1F61-C447-C5A63CDB5AF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63" r="63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79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22C762-F7AC-4323-A7CE-11B20FA6A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045" y="1099214"/>
            <a:ext cx="11113910" cy="1336851"/>
          </a:xfrm>
        </p:spPr>
        <p:txBody>
          <a:bodyPr>
            <a:noAutofit/>
          </a:bodyPr>
          <a:lstStyle/>
          <a:p>
            <a:pPr algn="ctr"/>
            <a:r>
              <a:rPr lang="en-GB" sz="5400" dirty="0">
                <a:latin typeface="Rockwell" panose="02060603020205020403" pitchFamily="18" charset="0"/>
              </a:rPr>
              <a:t>What will you do in this unit ?</a:t>
            </a:r>
            <a:endParaRPr lang="en-US" sz="5400" dirty="0">
              <a:latin typeface="Rockwell" panose="02060603020205020403" pitchFamily="18" charset="0"/>
              <a:cs typeface="Calibri Light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422C762-F7AC-4323-A7CE-11B20FA6A1E8}"/>
              </a:ext>
            </a:extLst>
          </p:cNvPr>
          <p:cNvSpPr txBox="1">
            <a:spLocks/>
          </p:cNvSpPr>
          <p:nvPr/>
        </p:nvSpPr>
        <p:spPr>
          <a:xfrm>
            <a:off x="539045" y="3867079"/>
            <a:ext cx="11113910" cy="13368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Create a software solution </a:t>
            </a:r>
            <a:b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for a real-life client</a:t>
            </a:r>
          </a:p>
          <a:p>
            <a:pPr algn="ctr"/>
            <a:endParaRPr lang="en-GB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working in a team with other students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079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C51FA-6949-40B5-4AEC-3D8C5A8E9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dirty="0">
                <a:latin typeface="Rockwell" panose="02060603020205020403" pitchFamily="18" charset="0"/>
                <a:cs typeface="Arial"/>
              </a:rPr>
              <a:t>Who will teach you? </a:t>
            </a:r>
            <a:endParaRPr lang="en-US" dirty="0">
              <a:latin typeface="Rockwell" panose="02060603020205020403" pitchFamily="18" charset="0"/>
            </a:endParaRPr>
          </a:p>
        </p:txBody>
      </p:sp>
      <p:pic>
        <p:nvPicPr>
          <p:cNvPr id="5" name="Picture Placeholder 7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056C528E-1391-E84C-6D38-6EE58A8E1D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7" t="964" r="7991" b="-320"/>
          <a:stretch>
            <a:fillRect/>
          </a:stretch>
        </p:blipFill>
        <p:spPr>
          <a:xfrm>
            <a:off x="1139523" y="2120879"/>
            <a:ext cx="2168602" cy="28056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87D2AE-E6DC-CEEB-ABA5-15CA4E45432B}"/>
              </a:ext>
            </a:extLst>
          </p:cNvPr>
          <p:cNvSpPr txBox="1"/>
          <p:nvPr/>
        </p:nvSpPr>
        <p:spPr>
          <a:xfrm>
            <a:off x="953010" y="5138412"/>
            <a:ext cx="23551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Daniel </a:t>
            </a:r>
          </a:p>
          <a:p>
            <a:pPr algn="ctr"/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Schien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CBA382-E1DC-7E8B-C634-579FC04B1045}"/>
              </a:ext>
            </a:extLst>
          </p:cNvPr>
          <p:cNvSpPr txBox="1"/>
          <p:nvPr/>
        </p:nvSpPr>
        <p:spPr>
          <a:xfrm>
            <a:off x="3512672" y="5138412"/>
            <a:ext cx="23551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Otto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Brookes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05FEBD-7C62-5010-039F-483D269C5B83}"/>
              </a:ext>
            </a:extLst>
          </p:cNvPr>
          <p:cNvSpPr txBox="1"/>
          <p:nvPr/>
        </p:nvSpPr>
        <p:spPr>
          <a:xfrm>
            <a:off x="6458479" y="5138411"/>
            <a:ext cx="23551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Jialin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2711C0-5D56-2706-E326-2F3D7048E602}"/>
              </a:ext>
            </a:extLst>
          </p:cNvPr>
          <p:cNvSpPr txBox="1"/>
          <p:nvPr/>
        </p:nvSpPr>
        <p:spPr>
          <a:xfrm>
            <a:off x="9238272" y="5138410"/>
            <a:ext cx="23551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Chris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Bevan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1190E18-6892-E9FB-B02C-C8C43D0F76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64" t="12820" r="13562" b="21986"/>
          <a:stretch>
            <a:fillRect/>
          </a:stretch>
        </p:blipFill>
        <p:spPr>
          <a:xfrm>
            <a:off x="9134061" y="2120879"/>
            <a:ext cx="2563539" cy="28290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4E6324-9680-99BB-BC02-29DBDE1EFA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066" t="4624" r="25121" b="49868"/>
          <a:stretch>
            <a:fillRect/>
          </a:stretch>
        </p:blipFill>
        <p:spPr>
          <a:xfrm>
            <a:off x="3969413" y="2120879"/>
            <a:ext cx="2168602" cy="2805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2A74D3-6E66-8253-0E70-13FBDDE24D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448" t="-2" r="17259" b="828"/>
          <a:stretch>
            <a:fillRect/>
          </a:stretch>
        </p:blipFill>
        <p:spPr>
          <a:xfrm>
            <a:off x="6458479" y="2120878"/>
            <a:ext cx="2168601" cy="280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13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C51FA-6949-40B5-4AEC-3D8C5A8E9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dirty="0">
                <a:latin typeface="Rockwell" panose="02060603020205020403" pitchFamily="18" charset="0"/>
                <a:cs typeface="Arial"/>
              </a:rPr>
              <a:t>Who else will you see? </a:t>
            </a:r>
            <a:endParaRPr lang="en-US" dirty="0">
              <a:latin typeface="Rockwell" panose="020606030202050204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87D2AE-E6DC-CEEB-ABA5-15CA4E45432B}"/>
              </a:ext>
            </a:extLst>
          </p:cNvPr>
          <p:cNvSpPr txBox="1"/>
          <p:nvPr/>
        </p:nvSpPr>
        <p:spPr>
          <a:xfrm>
            <a:off x="7091923" y="4213205"/>
            <a:ext cx="36042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Teaching Technologist Team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FEA95B-0974-404B-947F-60AA21C3EB3F}"/>
              </a:ext>
            </a:extLst>
          </p:cNvPr>
          <p:cNvSpPr txBox="1"/>
          <p:nvPr/>
        </p:nvSpPr>
        <p:spPr>
          <a:xfrm>
            <a:off x="1958350" y="5553576"/>
            <a:ext cx="42367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Helen Mann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Industrial Liaison Office</a:t>
            </a:r>
          </a:p>
        </p:txBody>
      </p:sp>
      <p:pic>
        <p:nvPicPr>
          <p:cNvPr id="1028" name="Picture 4" descr="Helen Mann">
            <a:extLst>
              <a:ext uri="{FF2B5EF4-FFF2-40B4-BE49-F238E27FC236}">
                <a16:creationId xmlns:a16="http://schemas.microsoft.com/office/drawing/2014/main" id="{93703911-1110-C41A-6907-DEAAD476A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150" y="1690688"/>
            <a:ext cx="3300412" cy="3300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5A6AD4-58DC-CD5E-50E8-DC0685CC2EAF}"/>
              </a:ext>
            </a:extLst>
          </p:cNvPr>
          <p:cNvSpPr txBox="1"/>
          <p:nvPr/>
        </p:nvSpPr>
        <p:spPr>
          <a:xfrm>
            <a:off x="6725144" y="1690688"/>
            <a:ext cx="43378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Centre for Academic Language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239916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C51FA-6949-40B5-4AEC-3D8C5A8E9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510" y="5669280"/>
            <a:ext cx="10515600" cy="1050608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Teaching Assistant Mentors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(your mentors may vary)</a:t>
            </a:r>
          </a:p>
        </p:txBody>
      </p:sp>
      <p:pic>
        <p:nvPicPr>
          <p:cNvPr id="7" name="Picture 6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AA299C3B-8487-A07E-0513-7F7B0B0A2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247" y="138112"/>
            <a:ext cx="7096125" cy="532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5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22C762-F7AC-4323-A7CE-11B20FA6A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Rockwell" panose="02060603020205020403" pitchFamily="18" charset="0"/>
              </a:rPr>
              <a:t>What this unit is NOT about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0EF02-4EED-41A3-879B-1AE8D960B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329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This is NOT just another programming unit</a:t>
            </a:r>
          </a:p>
          <a:p>
            <a:pPr marL="0" indent="0" algn="ctr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where you get a textual description and just need to “code it up”</a:t>
            </a:r>
          </a:p>
          <a:p>
            <a:pPr marL="0" indent="0" algn="ctr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It won't be neat and tidy</a:t>
            </a:r>
          </a:p>
          <a:p>
            <a:pPr marL="0" indent="0" algn="ctr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It won't be straight-forward</a:t>
            </a:r>
          </a:p>
          <a:p>
            <a:pPr algn="ctr">
              <a:buNone/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There WILL be uncertainty</a:t>
            </a:r>
          </a:p>
          <a:p>
            <a:pPr algn="ctr">
              <a:buNone/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You WILL make mistakes – and that’s ok!</a:t>
            </a:r>
          </a:p>
          <a:p>
            <a:pPr marL="0" indent="0" algn="ctr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YOU will have to "go find out"</a:t>
            </a:r>
          </a:p>
          <a:p>
            <a:pPr marL="0" indent="0" algn="ctr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These are all key elements of the unit!</a:t>
            </a:r>
          </a:p>
        </p:txBody>
      </p:sp>
    </p:spTree>
    <p:extLst>
      <p:ext uri="{BB962C8B-B14F-4D97-AF65-F5344CB8AC3E}">
        <p14:creationId xmlns:p14="http://schemas.microsoft.com/office/powerpoint/2010/main" val="1887676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D888A-CB8A-4302-8CFF-AE3546F89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Rockwell" panose="02060603020205020403" pitchFamily="18" charset="0"/>
                <a:ea typeface="+mj-lt"/>
                <a:cs typeface="+mj-lt"/>
              </a:rPr>
              <a:t>What this unit is NOT about</a:t>
            </a:r>
            <a:endParaRPr lang="en-US" dirty="0">
              <a:latin typeface="Rockwell" panose="02060603020205020403" pitchFamily="18" charset="0"/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3D51F-E29A-40A1-83FA-AB9E87847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ctr">
              <a:buNone/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This is NOT just another programming unit!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SEP is NOT just about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end product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other units, you can succeed by "somehow” 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building a working system</a:t>
            </a:r>
          </a:p>
          <a:p>
            <a:pPr marL="0" indent="0" algn="ctr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SPE, we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care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about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just as much as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</a:p>
          <a:p>
            <a:pPr marL="0" indent="0" algn="ctr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Remember: It's about the journey just as much as the destination</a:t>
            </a:r>
          </a:p>
          <a:p>
            <a:pPr marL="0" indent="0" algn="ctr">
              <a:buNone/>
            </a:pP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61115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24A46C-EC9E-4BAD-9430-81DDF741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Rockwell" panose="02060603020205020403" pitchFamily="18" charset="0"/>
                <a:ea typeface="+mj-lt"/>
                <a:cs typeface="+mj-lt"/>
              </a:rPr>
              <a:t>What this unit is NOT about</a:t>
            </a:r>
            <a:endParaRPr lang="en-US" dirty="0">
              <a:latin typeface="Rockwell" panose="02060603020205020403" pitchFamily="18" charset="0"/>
              <a:ea typeface="+mj-lt"/>
              <a:cs typeface="+mj-l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55ECBA-D792-497A-AE7A-5EAFB8372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ctr">
              <a:buNone/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This is NOT just another typical undergraduate unit</a:t>
            </a:r>
          </a:p>
          <a:p>
            <a:pPr marL="0" indent="0" algn="ctr">
              <a:buNone/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where you passively "observe" lectures all term</a:t>
            </a:r>
          </a:p>
          <a:p>
            <a:pPr marL="0" indent="0" algn="ctr">
              <a:buNone/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then madly cram for an exam or CW right at the end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GB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This is a slow-burn, long-game unit</a:t>
            </a:r>
          </a:p>
          <a:p>
            <a:pPr marL="0" indent="0" algn="ctr">
              <a:buNone/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You'll need to put in constant effort for the whole of the year</a:t>
            </a:r>
          </a:p>
          <a:p>
            <a:pPr marL="0" indent="0" algn="ctr">
              <a:buNone/>
            </a:pPr>
            <a:endParaRPr lang="en-GB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There </a:t>
            </a:r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should  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be no manic push to finish at the end</a:t>
            </a:r>
          </a:p>
          <a:p>
            <a:pPr marL="0" indent="0" algn="ctr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(If you work correctly) You'll just stop when the time runs out</a:t>
            </a:r>
          </a:p>
          <a:p>
            <a:pPr marL="0" indent="0" algn="ctr">
              <a:buNone/>
            </a:pPr>
            <a:endParaRPr lang="en-GB" dirty="0">
              <a:cs typeface="Calibri"/>
            </a:endParaRPr>
          </a:p>
          <a:p>
            <a:pPr marL="0" indent="0" algn="ctr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3492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6EB4F2-B39F-4AE7-BBA1-512C7C1C53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41" r="56413" b="62065"/>
          <a:stretch/>
        </p:blipFill>
        <p:spPr>
          <a:xfrm>
            <a:off x="142665" y="2382004"/>
            <a:ext cx="2198200" cy="23636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16265A-91F8-456C-88B2-396680528A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873" r="51636" b="31422"/>
          <a:stretch/>
        </p:blipFill>
        <p:spPr>
          <a:xfrm>
            <a:off x="4727639" y="2396623"/>
            <a:ext cx="2439167" cy="2469108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6349EB3-43DF-4155-8B95-9A97B837E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Your code currently be like…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1BFA598-C5A6-4F8A-BD65-1894E3F34FA7}"/>
              </a:ext>
            </a:extLst>
          </p:cNvPr>
          <p:cNvGrpSpPr/>
          <p:nvPr/>
        </p:nvGrpSpPr>
        <p:grpSpPr>
          <a:xfrm>
            <a:off x="9484331" y="2158056"/>
            <a:ext cx="2550218" cy="2978401"/>
            <a:chOff x="9484331" y="2370714"/>
            <a:chExt cx="2550218" cy="297840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FBA32A4-06A5-4DA5-86FE-9F88331FDA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3674" t="68146" r="5760" b="763"/>
            <a:stretch/>
          </p:blipFill>
          <p:spPr>
            <a:xfrm>
              <a:off x="9484331" y="2848968"/>
              <a:ext cx="2550218" cy="250014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975EA42-E590-4375-BB42-34349C7EBF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750" t="74725" r="57087" b="14572"/>
            <a:stretch/>
          </p:blipFill>
          <p:spPr>
            <a:xfrm>
              <a:off x="9717024" y="2370714"/>
              <a:ext cx="1645920" cy="717207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D2EA5-FC8F-4FC7-8ACF-27FF511791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674" t="8541" r="5760" b="62065"/>
          <a:stretch/>
        </p:blipFill>
        <p:spPr>
          <a:xfrm>
            <a:off x="2340865" y="2396623"/>
            <a:ext cx="2550218" cy="23636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B97726-FABA-4B1A-A295-236F8F21A7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758" t="37873" r="5760" b="31422"/>
          <a:stretch/>
        </p:blipFill>
        <p:spPr>
          <a:xfrm>
            <a:off x="7241004" y="2396623"/>
            <a:ext cx="2243327" cy="24691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E05E50-44A7-4C5E-8E9A-ED172E55340F}"/>
              </a:ext>
            </a:extLst>
          </p:cNvPr>
          <p:cNvSpPr txBox="1"/>
          <p:nvPr/>
        </p:nvSpPr>
        <p:spPr>
          <a:xfrm>
            <a:off x="1428002" y="5325748"/>
            <a:ext cx="9111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/>
              <a:t>“Managed and repeatable engineering of complex systems ?”</a:t>
            </a:r>
          </a:p>
        </p:txBody>
      </p:sp>
    </p:spTree>
    <p:extLst>
      <p:ext uri="{BB962C8B-B14F-4D97-AF65-F5344CB8AC3E}">
        <p14:creationId xmlns:p14="http://schemas.microsoft.com/office/powerpoint/2010/main" val="395736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24A46C-EC9E-4BAD-9430-81DDF741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Rockwell" panose="02060603020205020403" pitchFamily="18" charset="0"/>
                <a:ea typeface="+mj-lt"/>
                <a:cs typeface="+mj-lt"/>
              </a:rPr>
              <a:t>Authentic learning</a:t>
            </a:r>
            <a:endParaRPr lang="en-US" dirty="0">
              <a:latin typeface="Rockwell" panose="02060603020205020403" pitchFamily="18" charset="0"/>
              <a:ea typeface="+mj-lt"/>
              <a:cs typeface="+mj-l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55ECBA-D792-497A-AE7A-5EAFB8372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Work as part of an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integrated development team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To build a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real-world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software system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Of significant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complexity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For a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real client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organisation with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real business needs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Public sector organisations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Small and Large Businesses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Charities &amp; Social Enterprise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University of Bristol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Individuals/self-employed people</a:t>
            </a:r>
          </a:p>
          <a:p>
            <a:pPr marL="0" indent="0" algn="ctr">
              <a:buNone/>
            </a:pPr>
            <a:endParaRPr lang="en-GB" dirty="0">
              <a:cs typeface="Calibri"/>
            </a:endParaRPr>
          </a:p>
          <a:p>
            <a:pPr marL="0" indent="0" algn="ctr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3965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1F6BBD62-432B-ED4D-AF4B-5D9E5D8B1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07080" y="742950"/>
            <a:ext cx="5577840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894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C51FA-6949-40B5-4AEC-3D8C5A8E9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82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6000" dirty="0">
                <a:latin typeface="Rockwell" panose="02060603020205020403" pitchFamily="18" charset="0"/>
                <a:cs typeface="Arial"/>
              </a:rPr>
              <a:t>How are you marked?</a:t>
            </a:r>
            <a:endParaRPr lang="en-US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725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3F4CEC-8CF0-4AEE-BDDD-6DAD2EBB7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Individual Learning Outcomes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0ACE17-E07D-459C-B113-5D7BAF06D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313"/>
            <a:ext cx="10515600" cy="519018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GB" b="0" dirty="0"/>
              <a:t>Develop a software system of significant scale within a mature and repeatable Software Development </a:t>
            </a:r>
            <a:r>
              <a:rPr lang="en-GB" u="sng" dirty="0">
                <a:solidFill>
                  <a:srgbClr val="FF0000"/>
                </a:solidFill>
              </a:rPr>
              <a:t>process</a:t>
            </a:r>
            <a:r>
              <a:rPr lang="en-GB" b="0" dirty="0"/>
              <a:t> and apply Agile Principles &amp; Practices.</a:t>
            </a:r>
          </a:p>
          <a:p>
            <a:r>
              <a:rPr lang="en-GB" b="0" dirty="0"/>
              <a:t>Select and employ development support </a:t>
            </a:r>
            <a:r>
              <a:rPr lang="en-GB" b="0" u="sng" dirty="0">
                <a:solidFill>
                  <a:srgbClr val="FF0000"/>
                </a:solidFill>
              </a:rPr>
              <a:t>tools</a:t>
            </a:r>
            <a:r>
              <a:rPr lang="en-GB" b="0" dirty="0"/>
              <a:t> (as appropriate to the project being undertaken).</a:t>
            </a:r>
          </a:p>
          <a:p>
            <a:r>
              <a:rPr lang="en-GB" b="0" dirty="0"/>
              <a:t>Work effectively within real-world development contexts and with </a:t>
            </a:r>
            <a:r>
              <a:rPr lang="en-GB" b="0" u="sng" dirty="0">
                <a:solidFill>
                  <a:srgbClr val="FF0000"/>
                </a:solidFill>
              </a:rPr>
              <a:t>clients</a:t>
            </a:r>
            <a:r>
              <a:rPr lang="en-GB" b="0" dirty="0"/>
              <a:t>.</a:t>
            </a:r>
          </a:p>
          <a:p>
            <a:r>
              <a:rPr lang="en-GB" b="0" dirty="0"/>
              <a:t>Collaborate effectively within small </a:t>
            </a:r>
            <a:r>
              <a:rPr lang="en-GB" b="0" u="sng" dirty="0">
                <a:solidFill>
                  <a:srgbClr val="FF0000"/>
                </a:solidFill>
              </a:rPr>
              <a:t>teams</a:t>
            </a:r>
            <a:r>
              <a:rPr lang="en-GB" b="0" dirty="0"/>
              <a:t>.</a:t>
            </a:r>
          </a:p>
          <a:p>
            <a:r>
              <a:rPr lang="en-GB" b="0" dirty="0"/>
              <a:t>Apply basic principles of project </a:t>
            </a:r>
            <a:r>
              <a:rPr lang="en-GB" b="0" u="sng" dirty="0">
                <a:solidFill>
                  <a:srgbClr val="FF0000"/>
                </a:solidFill>
              </a:rPr>
              <a:t>management</a:t>
            </a:r>
            <a:r>
              <a:rPr lang="en-GB" b="0" dirty="0"/>
              <a:t> and identify the presence of (and employ techniques to mitigate the impact of) project uncertainty and risk.</a:t>
            </a:r>
          </a:p>
        </p:txBody>
      </p:sp>
    </p:spTree>
    <p:extLst>
      <p:ext uri="{BB962C8B-B14F-4D97-AF65-F5344CB8AC3E}">
        <p14:creationId xmlns:p14="http://schemas.microsoft.com/office/powerpoint/2010/main" val="144413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3F4CEC-8CF0-4AEE-BDDD-6DAD2EBB7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Assessed elements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0ACE17-E07D-459C-B113-5D7BAF06D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quality and maturity of your development process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Meeting release deadlines and milestones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Team dynamics and relationship with client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"Viva" style presentation and discussion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Product demonstration</a:t>
            </a:r>
          </a:p>
        </p:txBody>
      </p:sp>
    </p:spTree>
    <p:extLst>
      <p:ext uri="{BB962C8B-B14F-4D97-AF65-F5344CB8AC3E}">
        <p14:creationId xmlns:p14="http://schemas.microsoft.com/office/powerpoint/2010/main" val="413406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E20CE-F944-8EFE-F069-8FD8DCD6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4E34E4-F647-EE08-8C41-D0E5D7AA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Handing over code to your clients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D201BA-BBF4-7B95-7277-6E98A29CD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You MUST give at least 3 releases to your client: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Minimum Viable Product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(MVP) (20 November – Week 9)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Beta Release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(19 February – Week 17)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Final release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(30 April – Week 24)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You can release more!   These are the last possible dates!</a:t>
            </a:r>
          </a:p>
        </p:txBody>
      </p:sp>
    </p:spTree>
    <p:extLst>
      <p:ext uri="{BB962C8B-B14F-4D97-AF65-F5344CB8AC3E}">
        <p14:creationId xmlns:p14="http://schemas.microsoft.com/office/powerpoint/2010/main" val="34190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3F4CEC-8CF0-4AEE-BDDD-6DAD2EBB7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Assessed Elements - metrics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0ACE17-E07D-459C-B113-5D7BAF06D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64442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Group mark: 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presentation and product demo (the viva) in summer exam period – this gives the overall group mark.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Marks are then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individualised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Peer review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Mentor reports</a:t>
            </a: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metrics analysed and interpreted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Kanban board issues 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Number of commits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Pull requests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Test cases</a:t>
            </a:r>
          </a:p>
          <a:p>
            <a:pPr marL="0" indent="0" algn="ctr">
              <a:buNone/>
            </a:pP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47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IT’S NOT ON GITHUB, WE CAN’T ASSESS IT!</a:t>
            </a:r>
            <a:endParaRPr lang="en-GB" sz="4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47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4815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3F4CEC-8CF0-4AEE-BDDD-6DAD2EBB7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Formative feedback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0ACE17-E07D-459C-B113-5D7BAF06D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Team Definition in week 10</a:t>
            </a:r>
          </a:p>
          <a:p>
            <a:pPr marL="0" indent="0">
              <a:buNone/>
            </a:pPr>
            <a:r>
              <a:rPr lang="en-GB" b="1" dirty="0"/>
              <a:t>Practice viva – Week 19 (Beta Release)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4 or 5 teams present to each other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 chance to see other teams’ work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 chance to mark the other teams, to give you an idea of how marking works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Feedback from staff, mentors and peers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467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3F4CEC-8CF0-4AEE-BDDD-6DAD2EBB7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Formative feedback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0ACE17-E07D-459C-B113-5D7BAF06D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330"/>
            <a:ext cx="10515600" cy="4995545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Weekly feedback based on your repos</a:t>
            </a:r>
          </a:p>
          <a:p>
            <a:pPr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Top 10 teams are shared, so you can get inspiration from their repos</a:t>
            </a:r>
          </a:p>
          <a:p>
            <a:pPr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Weekly feedback, so you can see what needs to improve</a:t>
            </a:r>
          </a:p>
          <a:p>
            <a:pPr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Some teams won’t be able to do everything that’s ranked straight away – and that’s ok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These are NOT your final marks!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These are NOT the same GitHub metrics we use to mark!</a:t>
            </a:r>
          </a:p>
          <a:p>
            <a:pPr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These are to give you continual feedback on your project and help you improve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142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3E6FB-9B7D-55BA-9317-A7A03C15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18F48E-A5A7-5EBC-3D96-92CFB4C72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Formative feedback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CAB2B8-C7BE-7B2A-C4C0-F22311121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If the team goes off track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Meetings with the unit staff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If you want more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Come to the weekly drop-ins and ask!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910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4329A-2FE8-85BD-BE3E-6E61D3882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Agreement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B0907-2D1F-133C-3449-87A04BCFB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ways of working</a:t>
            </a:r>
          </a:p>
          <a:p>
            <a:r>
              <a:rPr lang="en-US" dirty="0"/>
              <a:t>Initiate in </a:t>
            </a:r>
            <a:r>
              <a:rPr lang="en-US" dirty="0" err="1"/>
              <a:t>wk</a:t>
            </a:r>
            <a:r>
              <a:rPr lang="en-US" dirty="0"/>
              <a:t> 2</a:t>
            </a:r>
          </a:p>
          <a:p>
            <a:r>
              <a:rPr lang="en-US" dirty="0"/>
              <a:t>Develop throughout</a:t>
            </a:r>
          </a:p>
          <a:p>
            <a:r>
              <a:rPr lang="en-GB" dirty="0"/>
              <a:t>Present Team Definition in week 10</a:t>
            </a:r>
            <a:endParaRPr lang="en-US" dirty="0"/>
          </a:p>
          <a:p>
            <a:r>
              <a:rPr lang="en-US" dirty="0"/>
              <a:t>Track in </a:t>
            </a:r>
            <a:r>
              <a:rPr lang="en-US" dirty="0" err="1"/>
              <a:t>Github</a:t>
            </a:r>
            <a:r>
              <a:rPr lang="en-US" dirty="0"/>
              <a:t>, evidence for marking</a:t>
            </a:r>
          </a:p>
        </p:txBody>
      </p:sp>
    </p:spTree>
    <p:extLst>
      <p:ext uri="{BB962C8B-B14F-4D97-AF65-F5344CB8AC3E}">
        <p14:creationId xmlns:p14="http://schemas.microsoft.com/office/powerpoint/2010/main" val="795711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08C713-26C7-46F2-AAB2-5899731B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Team Effort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B2E0E4-FCC8-462D-9994-2D92B6E19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433"/>
            <a:ext cx="10515600" cy="518545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Groups can include people with high Firsts and fails</a:t>
            </a:r>
          </a:p>
          <a:p>
            <a:pPr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An individual cannot out-perform the team envelop and get a better grade</a:t>
            </a:r>
          </a:p>
          <a:p>
            <a:pPr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But they can under-perform and get a worse one!</a:t>
            </a:r>
          </a:p>
          <a:p>
            <a:pPr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Your individual grade will be determined by your contribution to the group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You </a:t>
            </a:r>
            <a:r>
              <a:rPr lang="en-GB" u="sng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MUST</a:t>
            </a: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leave a paper-trail on the collaboration systems (we need evidence!)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GB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There will also be a peer-review process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Individuals </a:t>
            </a:r>
            <a:r>
              <a:rPr lang="en-GB" u="sng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WILL</a:t>
            </a: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have the "opportunity" to resit over the summer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190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08C713-26C7-46F2-AAB2-5899731B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Team Effort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B2E0E4-FCC8-462D-9994-2D92B6E19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433"/>
            <a:ext cx="10515600" cy="518545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This project is a team effort - you </a:t>
            </a:r>
            <a:r>
              <a:rPr lang="en-GB" u="sng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MUST</a:t>
            </a: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all work together</a:t>
            </a:r>
          </a:p>
          <a:p>
            <a:pPr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The group mark will be determined by the output of the entire team</a:t>
            </a:r>
          </a:p>
          <a:p>
            <a:pPr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Everyone in the group </a:t>
            </a:r>
            <a:r>
              <a:rPr lang="en-GB" b="1" u="sng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MUST</a:t>
            </a: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contribute to the codebase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You can't complain that the team isn't performing – you </a:t>
            </a:r>
            <a:r>
              <a:rPr lang="en-GB" b="1" i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are</a:t>
            </a:r>
            <a:r>
              <a:rPr lang="en-GB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the team!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GB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009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3F4CEC-8CF0-4AEE-BDDD-6DAD2EBB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7538"/>
          </a:xfrm>
        </p:spPr>
        <p:txBody>
          <a:bodyPr/>
          <a:lstStyle/>
          <a:p>
            <a:pPr algn="ctr"/>
            <a:r>
              <a:rPr lang="en-GB" dirty="0">
                <a:latin typeface="Rockwell" panose="02060603020205020403" pitchFamily="18" charset="0"/>
              </a:rPr>
              <a:t>How to fail SEP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0ACE17-E07D-459C-B113-5D7BAF06D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397"/>
            <a:ext cx="10515600" cy="457147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Don’t show up to meetings!</a:t>
            </a:r>
          </a:p>
          <a:p>
            <a:pPr marL="0" indent="0" algn="ctr">
              <a:buNone/>
            </a:pP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Don’t do any work!</a:t>
            </a:r>
          </a:p>
          <a:p>
            <a:pPr marL="0" indent="0" algn="ctr">
              <a:buNone/>
            </a:pP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Don’t commit regularly to GitHub!</a:t>
            </a:r>
          </a:p>
          <a:p>
            <a:pPr marL="0" indent="0" algn="ctr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This will NOT be a surprise! </a:t>
            </a: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If we’re worried about teams/individuals, we WILL tell you!</a:t>
            </a:r>
          </a:p>
        </p:txBody>
      </p:sp>
    </p:spTree>
    <p:extLst>
      <p:ext uri="{BB962C8B-B14F-4D97-AF65-F5344CB8AC3E}">
        <p14:creationId xmlns:p14="http://schemas.microsoft.com/office/powerpoint/2010/main" val="202831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3F4CEC-8CF0-4AEE-BDDD-6DAD2EBB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7538"/>
          </a:xfrm>
        </p:spPr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You are allowed to make mistakes!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0ACE17-E07D-459C-B113-5D7BAF06D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1478"/>
            <a:ext cx="10515600" cy="479139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You are not expected to be good at this straight away!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You are marked on the process – if things go wrong, and you learn and grow, tell us in the viva!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You can always re-boot your team processes…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….but don’t expect to get a First if you do no work in TB1!</a:t>
            </a:r>
          </a:p>
          <a:p>
            <a:pPr marL="0" indent="0">
              <a:buNone/>
            </a:pP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51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C51FA-6949-40B5-4AEC-3D8C5A8E9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82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6000" dirty="0">
                <a:latin typeface="Rockwell" panose="02060603020205020403" pitchFamily="18" charset="0"/>
                <a:cs typeface="Arial"/>
              </a:rPr>
              <a:t>Questions?</a:t>
            </a:r>
            <a:endParaRPr lang="en-US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3683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9F7EB9-531F-4C71-B630-32B1C221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How will you learn?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1F535D-087A-486A-93BB-563F93F72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1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Friday 12:00: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combined lecture and workshop where you will be expected to work with your team, with staff and TA support.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Thursday 9-13:00 Project Work slots (</a:t>
            </a:r>
            <a:r>
              <a:rPr lang="en-GB" dirty="0"/>
              <a:t>Wednesday 09:00–13:00 from week 13)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Monday 12:00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optional drop-ins, for individuals or teams (from week 4)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Friday 14:00: tech drop-ins</a:t>
            </a:r>
          </a:p>
        </p:txBody>
      </p:sp>
    </p:spTree>
    <p:extLst>
      <p:ext uri="{BB962C8B-B14F-4D97-AF65-F5344CB8AC3E}">
        <p14:creationId xmlns:p14="http://schemas.microsoft.com/office/powerpoint/2010/main" val="49491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9F7EB9-531F-4C71-B630-32B1C221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How will you learn?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1F535D-087A-486A-93BB-563F93F72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1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Week 1: Prep for SEP workshop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Week 2: Meet your team and client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… Iterate…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Week 15: User testing day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Week 23: SEP client celebration event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784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9F7EB9-531F-4C71-B630-32B1C221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How will you learn?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1F535D-087A-486A-93BB-563F93F72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1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SEP is mostly self-directed – you should schedule: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Weekly meetings with mentors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Regular meetings with clients (for you to schedule)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Working as a team (face-to-face)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"Reserved"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Thur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morning (09:00-13:00)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Video calls on Teams</a:t>
            </a:r>
          </a:p>
        </p:txBody>
      </p:sp>
    </p:spTree>
    <p:extLst>
      <p:ext uri="{BB962C8B-B14F-4D97-AF65-F5344CB8AC3E}">
        <p14:creationId xmlns:p14="http://schemas.microsoft.com/office/powerpoint/2010/main" val="4478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9F7EB9-531F-4C71-B630-32B1C221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What does ‘self-directed’ mean?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1F535D-087A-486A-93BB-563F93F72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67978" cy="483111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You choose your tech stack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– we’ll help you with this in Week 3</a:t>
            </a:r>
          </a:p>
          <a:p>
            <a:pPr marL="0" indent="0">
              <a:buNone/>
            </a:pP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You can choose libraries / frameworks as appropriate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You learn technologies you don’t know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For web UIs you will have to use HTML/JS/CSS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AWS cloud infrastructure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You should expect to start coding in Week 3</a:t>
            </a:r>
          </a:p>
        </p:txBody>
      </p:sp>
    </p:spTree>
    <p:extLst>
      <p:ext uri="{BB962C8B-B14F-4D97-AF65-F5344CB8AC3E}">
        <p14:creationId xmlns:p14="http://schemas.microsoft.com/office/powerpoint/2010/main" val="75778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9F7EB9-531F-4C71-B630-32B1C221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What does ‘self-directed’ mean?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1F535D-087A-486A-93BB-563F93F72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67978" cy="4831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 expect you to learn together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Face-to-face meetings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Pair programming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Stronger students supporting team mates (this helps your marks!)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22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9F7EB9-531F-4C71-B630-32B1C221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What does ‘self-directed’ mean?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1F535D-087A-486A-93BB-563F93F72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67978" cy="4831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 expect you to support each other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Be kind to each other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Appreciate you all have different strengths and experiences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This is practice for when you are working 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16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9F7EB9-531F-4C71-B630-32B1C221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What resources will you have?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1F535D-087A-486A-93BB-563F93F72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159" y="1825625"/>
            <a:ext cx="11239018" cy="483111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Workbooks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 will set up your repos for you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Access to previous years’ repos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GitHub for project management – you MUST use the kanban board!  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YOUR WORK IS NOT ON GITHUB, WE CAN’T MARK IT!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Support from the staff and from the mentors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4534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9F7EB9-531F-4C71-B630-32B1C221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Who are the mentors?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1F535D-087A-486A-93BB-563F93F72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67978" cy="483111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Staff are CEOs of a large development company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 are managing ~40 projects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We’ve drafted in mentors as “middle management”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Not technical support, but for monitoring and guidance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Meet with them every week in term time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They give you repo feedback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You come ready to give them progress updates and ask questions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Gather feedback to pass back to Jialin, Dan and Otto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0881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9F7EB9-531F-4C71-B630-32B1C221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Who are the mentors?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1F535D-087A-486A-93BB-563F93F72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67978" cy="483111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Your mentors are Year 3 and 4 students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all took this unit in Year 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were all really strong in this unit and/or the Year 3 Teams Project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are your ‘critical friend’ – they will support you and help you learn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will tell you if they see problems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can’t do your code for you!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are in Year 3 and 4 – please respect their time!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7413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527A-20AC-7986-1771-833581DDF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E0772-DE6C-DDF9-FEB7-7C4396CF0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https://github.com/spe-uob/SEP2026/tree/master/Weekly%20Workbooks/01%20AI%20Tools%20-%20unit%20policy</a:t>
            </a:r>
            <a:endParaRPr lang="en-US" dirty="0"/>
          </a:p>
          <a:p>
            <a:r>
              <a:rPr lang="en-US" dirty="0"/>
              <a:t>AI use is allowed but discouraged until TB2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94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C51FA-6949-40B5-4AEC-3D8C5A8E9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82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6000" dirty="0">
                <a:latin typeface="Rockwell" panose="02060603020205020403" pitchFamily="18" charset="0"/>
                <a:cs typeface="Arial"/>
              </a:rPr>
              <a:t>Questions?</a:t>
            </a:r>
            <a:endParaRPr lang="en-US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3916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0CDB1E-A1BE-4BB7-A1EE-FB4F7077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How do we decide the teams?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B370D6-6F6D-48FD-9CAB-4A9DC0DAF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There are various different approaches to forming teams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None of which are particularly satisfying :o(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We’ve found the best way is to let students cluster around projects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 will publish a list of project descriptions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You can browse through them and indicate your preferences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 will then form everyone into appropriate groups...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Math&amp;CS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Decide until Thursday if you want to join this unit or not</a:t>
            </a:r>
          </a:p>
          <a:p>
            <a:endParaRPr lang="en-GB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75717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41E459-77B5-4DA0-99A9-26DB8486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ckwell" panose="02060603020205020403" pitchFamily="18" charset="0"/>
                <a:cs typeface="Calibri Light"/>
              </a:rPr>
              <a:t>The Projects</a:t>
            </a:r>
            <a:endParaRPr lang="en-US" dirty="0">
              <a:latin typeface="Rockwell" panose="02060603020205020403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9FD8B5-DF8D-4849-96BA-25C26B893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Teams are usually 5 to 6 students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More than 1 team may work on a project</a:t>
            </a:r>
          </a:p>
          <a:p>
            <a:pPr>
              <a:lnSpc>
                <a:spcPct val="11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around 60 projects available this year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will get a list on Blackboard (look out for Teams message/email)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Take your time to look through these descriptions carefully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4504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0CDB1E-A1BE-4BB7-A1EE-FB4F7077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Choosing Projects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B370D6-6F6D-48FD-9CAB-4A9DC0DAF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926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Project descriptions include some info about who they might suit – consider this carefully!</a:t>
            </a:r>
          </a:p>
          <a:p>
            <a:pPr>
              <a:lnSpc>
                <a:spcPct val="110000"/>
              </a:lnSpc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If you weren’t good at Algorithms, don’t pick the algorithms project!</a:t>
            </a:r>
          </a:p>
          <a:p>
            <a:pPr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Don’t be scared of ambitious projects – this is taken into account in the marking.  But if you are worried you’ll struggle with this unit, you might not want to pick those.  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Choose 5 projects, in order of preference</a:t>
            </a:r>
          </a:p>
          <a:p>
            <a:pPr marL="0" indent="0">
              <a:lnSpc>
                <a:spcPct val="110000"/>
              </a:lnSpc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9450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0CDB1E-A1BE-4BB7-A1EE-FB4F7077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Forming Groups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B370D6-6F6D-48FD-9CAB-4A9DC0DAF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858"/>
            <a:ext cx="10979552" cy="518545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 true spirt of Comp. Sci. we’ll use an algorithm to define groupings:</a:t>
            </a:r>
          </a:p>
          <a:p>
            <a:pPr marL="0" indent="0">
              <a:lnSpc>
                <a:spcPct val="120000"/>
              </a:lnSpc>
              <a:buNone/>
            </a:pPr>
            <a:endParaRPr lang="en-GB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 "shuffling" algorithm generates a large number of valid configurations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Each configuration is scored on how well it fulfils students' preferences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 then select "best" (highest scoring) configuration from those generated</a:t>
            </a:r>
          </a:p>
          <a:p>
            <a:pPr>
              <a:lnSpc>
                <a:spcPct val="120000"/>
              </a:lnSpc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aim is to try to achieve "pareto optimality" (or as near as we can get)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maximum possible combined community score (the greater good!)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There is no guarantee of being allocated one of your chosen projects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Consider the worst-case scenario – you choose projects that no one else likes!</a:t>
            </a:r>
          </a:p>
        </p:txBody>
      </p:sp>
    </p:spTree>
    <p:extLst>
      <p:ext uri="{BB962C8B-B14F-4D97-AF65-F5344CB8AC3E}">
        <p14:creationId xmlns:p14="http://schemas.microsoft.com/office/powerpoint/2010/main" val="27035515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0CDB1E-A1BE-4BB7-A1EE-FB4F7077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Choosing Projects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B370D6-6F6D-48FD-9CAB-4A9DC0DAF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926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Projects list will be released TODAY on Blackboard: </a:t>
            </a:r>
          </a:p>
          <a:p>
            <a:pPr lvl="1"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https://www.ole.bris.ac.uk/ultra/courses/_269191_1/document/_10337805_1?view=content&amp;state=view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You must have a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GitHub Education account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when you submit. </a:t>
            </a:r>
            <a:r>
              <a:rPr lang="en-US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Register with your UoB email and ideally have your name in the GitHub ID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Choose 3 in order of preference</a:t>
            </a:r>
          </a:p>
          <a:p>
            <a:pPr>
              <a:lnSpc>
                <a:spcPct val="110000"/>
              </a:lnSpc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highlight>
                  <a:srgbClr val="FFFF00"/>
                </a:highlight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HARD DEADLINE: </a:t>
            </a:r>
            <a:r>
              <a:rPr lang="en-GB" b="1" dirty="0">
                <a:highlight>
                  <a:srgbClr val="FFFF00"/>
                </a:highlight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15:30 on Friday 26 September</a:t>
            </a:r>
          </a:p>
          <a:p>
            <a:pPr marL="0" indent="0">
              <a:lnSpc>
                <a:spcPct val="110000"/>
              </a:lnSpc>
              <a:buNone/>
            </a:pP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F2071D-2B85-C654-6A2E-E92978725F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104" y="133109"/>
            <a:ext cx="2020956" cy="202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683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0CDB1E-A1BE-4BB7-A1EE-FB4F7077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Choosing Projects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B370D6-6F6D-48FD-9CAB-4A9DC0DAF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926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can't edit your selection after submitting: so choose carefully!!!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Make sure you DO submit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or we will choose for you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can’t choose the same project multiple times – if you do, we will ignore that project</a:t>
            </a:r>
          </a:p>
          <a:p>
            <a:pPr marL="0" indent="0">
              <a:lnSpc>
                <a:spcPct val="110000"/>
              </a:lnSpc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Questions about Projects? Ask in the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Unit Team Q&amp;A channel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– tag Jialin and Amy Jose!</a:t>
            </a:r>
          </a:p>
          <a:p>
            <a:pPr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Friday’s drop-in, 14:00-15:00 for last-minute questions</a:t>
            </a:r>
          </a:p>
          <a:p>
            <a:pPr>
              <a:lnSpc>
                <a:spcPct val="110000"/>
              </a:lnSpc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4537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C51FA-6949-40B5-4AEC-3D8C5A8E9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82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6000" dirty="0">
                <a:latin typeface="Rockwell" panose="02060603020205020403" pitchFamily="18" charset="0"/>
                <a:cs typeface="Arial"/>
              </a:rPr>
              <a:t>Questions?</a:t>
            </a:r>
            <a:endParaRPr lang="en-US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8392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CEFB7-2157-4C49-A7B5-5B9B0FC41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Dates – next two weeks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D4C3A9A-A013-1018-ED0C-C418A7DC4F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48335"/>
              </p:ext>
            </p:extLst>
          </p:nvPr>
        </p:nvGraphicFramePr>
        <p:xfrm>
          <a:off x="234950" y="190500"/>
          <a:ext cx="11722100" cy="647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1722100" imgH="6477000" progId="Excel.Sheet.12">
                  <p:embed/>
                </p:oleObj>
              </mc:Choice>
              <mc:Fallback>
                <p:oleObj name="Worksheet" r:id="rId2" imgW="11722100" imgH="6477000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D4C3A9A-A013-1018-ED0C-C418A7DC4F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4950" y="190500"/>
                        <a:ext cx="11722100" cy="647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8481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3F4CEC-8CF0-4AEE-BDDD-6DAD2EBB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7538"/>
          </a:xfrm>
        </p:spPr>
        <p:txBody>
          <a:bodyPr/>
          <a:lstStyle/>
          <a:p>
            <a:pPr algn="ctr"/>
            <a:r>
              <a:rPr lang="en-GB" dirty="0">
                <a:latin typeface="Rockwell" panose="02060603020205020403" pitchFamily="18" charset="0"/>
              </a:rPr>
              <a:t>Some tips!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0ACE17-E07D-459C-B113-5D7BAF06D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397"/>
            <a:ext cx="10515600" cy="45714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Don’t stop work when the Computer Systems A coursework starts!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NEVER SPEND ANY MONEY ON SEP!!!!</a:t>
            </a:r>
          </a:p>
        </p:txBody>
      </p:sp>
    </p:spTree>
    <p:extLst>
      <p:ext uri="{BB962C8B-B14F-4D97-AF65-F5344CB8AC3E}">
        <p14:creationId xmlns:p14="http://schemas.microsoft.com/office/powerpoint/2010/main" val="119978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C51FA-6949-40B5-4AEC-3D8C5A8E9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82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6000" dirty="0">
                <a:latin typeface="Rockwell" panose="02060603020205020403" pitchFamily="18" charset="0"/>
                <a:cs typeface="Arial"/>
              </a:rPr>
              <a:t>Questions?</a:t>
            </a:r>
            <a:endParaRPr lang="en-US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210096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of Bristol (Main URL)">
  <a:themeElements>
    <a:clrScheme name="University of Bristol">
      <a:dk1>
        <a:sysClr val="windowText" lastClr="000000"/>
      </a:dk1>
      <a:lt1>
        <a:sysClr val="window" lastClr="FFFFFF"/>
      </a:lt1>
      <a:dk2>
        <a:srgbClr val="AB1F2D"/>
      </a:dk2>
      <a:lt2>
        <a:srgbClr val="E3E6E5"/>
      </a:lt2>
      <a:accent1>
        <a:srgbClr val="00C0B5"/>
      </a:accent1>
      <a:accent2>
        <a:srgbClr val="0CC6DE"/>
      </a:accent2>
      <a:accent3>
        <a:srgbClr val="EE7219"/>
      </a:accent3>
      <a:accent4>
        <a:srgbClr val="9278D1"/>
      </a:accent4>
      <a:accent5>
        <a:srgbClr val="E0249A"/>
      </a:accent5>
      <a:accent6>
        <a:srgbClr val="BED600"/>
      </a:accent6>
      <a:hlink>
        <a:srgbClr val="0563C1"/>
      </a:hlink>
      <a:folHlink>
        <a:srgbClr val="954F72"/>
      </a:folHlink>
    </a:clrScheme>
    <a:fontScheme name="University of Bristol">
      <a:majorFont>
        <a:latin typeface="Sanchez Regular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4EEA4281-5A13-BA4D-B58B-D3C320547D22}" vid="{61DF056D-BA39-6D41-ABB4-E20365B6246E}"/>
    </a:ext>
  </a:extLst>
</a:theme>
</file>

<file path=ppt/theme/theme2.xml><?xml version="1.0" encoding="utf-8"?>
<a:theme xmlns:a="http://schemas.openxmlformats.org/drawingml/2006/main" name="University of Bristol (Custom URL)">
  <a:themeElements>
    <a:clrScheme name="University of Bristol">
      <a:dk1>
        <a:sysClr val="windowText" lastClr="000000"/>
      </a:dk1>
      <a:lt1>
        <a:sysClr val="window" lastClr="FFFFFF"/>
      </a:lt1>
      <a:dk2>
        <a:srgbClr val="AB1F2D"/>
      </a:dk2>
      <a:lt2>
        <a:srgbClr val="E3E6E5"/>
      </a:lt2>
      <a:accent1>
        <a:srgbClr val="00C0B5"/>
      </a:accent1>
      <a:accent2>
        <a:srgbClr val="0CC6DE"/>
      </a:accent2>
      <a:accent3>
        <a:srgbClr val="EE7219"/>
      </a:accent3>
      <a:accent4>
        <a:srgbClr val="9278D1"/>
      </a:accent4>
      <a:accent5>
        <a:srgbClr val="E0249A"/>
      </a:accent5>
      <a:accent6>
        <a:srgbClr val="BED600"/>
      </a:accent6>
      <a:hlink>
        <a:srgbClr val="0563C1"/>
      </a:hlink>
      <a:folHlink>
        <a:srgbClr val="954F72"/>
      </a:folHlink>
    </a:clrScheme>
    <a:fontScheme name="University of Bristol">
      <a:majorFont>
        <a:latin typeface="Sanchez Regular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4EEA4281-5A13-BA4D-B58B-D3C320547D22}" vid="{51623B47-2C2C-5E48-AA75-34049AEF6202}"/>
    </a:ext>
  </a:extLst>
</a:theme>
</file>

<file path=ppt/theme/theme3.xml><?xml version="1.0" encoding="utf-8"?>
<a:theme xmlns:a="http://schemas.openxmlformats.org/drawingml/2006/main" name="Master style">
  <a:themeElements>
    <a:clrScheme name="University of Bristol Brand Colours">
      <a:dk1>
        <a:srgbClr val="000000"/>
      </a:dk1>
      <a:lt1>
        <a:srgbClr val="FFFFFF"/>
      </a:lt1>
      <a:dk2>
        <a:srgbClr val="A6192E"/>
      </a:dk2>
      <a:lt2>
        <a:srgbClr val="FEFFFF"/>
      </a:lt2>
      <a:accent1>
        <a:srgbClr val="FFD700"/>
      </a:accent1>
      <a:accent2>
        <a:srgbClr val="70DEFF"/>
      </a:accent2>
      <a:accent3>
        <a:srgbClr val="BBE977"/>
      </a:accent3>
      <a:accent4>
        <a:srgbClr val="FFADFC"/>
      </a:accent4>
      <a:accent5>
        <a:srgbClr val="E7DFC6"/>
      </a:accent5>
      <a:accent6>
        <a:srgbClr val="A6192E"/>
      </a:accent6>
      <a:hlink>
        <a:srgbClr val="0563C1"/>
      </a:hlink>
      <a:folHlink>
        <a:srgbClr val="E7DFC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" id="{F19A745B-4DE4-4FD6-9994-99CEF396B95F}" vid="{411170C0-0468-4B57-95C3-FAA9144AAE3B}"/>
    </a:ext>
  </a:extLst>
</a:theme>
</file>

<file path=ppt/theme/theme4.xml><?xml version="1.0" encoding="utf-8"?>
<a:theme xmlns:a="http://schemas.openxmlformats.org/drawingml/2006/main" name="1_Master style">
  <a:themeElements>
    <a:clrScheme name="University of Bristol Brand Colours">
      <a:dk1>
        <a:srgbClr val="000000"/>
      </a:dk1>
      <a:lt1>
        <a:srgbClr val="FFFFFF"/>
      </a:lt1>
      <a:dk2>
        <a:srgbClr val="A6192E"/>
      </a:dk2>
      <a:lt2>
        <a:srgbClr val="FEFFFF"/>
      </a:lt2>
      <a:accent1>
        <a:srgbClr val="FFD700"/>
      </a:accent1>
      <a:accent2>
        <a:srgbClr val="70DEFF"/>
      </a:accent2>
      <a:accent3>
        <a:srgbClr val="BBE977"/>
      </a:accent3>
      <a:accent4>
        <a:srgbClr val="FFADFC"/>
      </a:accent4>
      <a:accent5>
        <a:srgbClr val="E7DFC6"/>
      </a:accent5>
      <a:accent6>
        <a:srgbClr val="A6192E"/>
      </a:accent6>
      <a:hlink>
        <a:srgbClr val="0563C1"/>
      </a:hlink>
      <a:folHlink>
        <a:srgbClr val="E7DFC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" id="{F19A745B-4DE4-4FD6-9994-99CEF396B95F}" vid="{411170C0-0468-4B57-95C3-FAA9144AAE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9d7bf91-b5fb-4526-a0aa-704c980172bb">
      <UserInfo>
        <DisplayName>Daniel Schien</DisplayName>
        <AccountId>12</AccountId>
        <AccountType/>
      </UserInfo>
      <UserInfo>
        <DisplayName>Ruzanna Chitchyan</DisplayName>
        <AccountId>25</AccountId>
        <AccountType/>
      </UserInfo>
    </SharedWithUsers>
    <lcf76f155ced4ddcb4097134ff3c332f xmlns="ffd0f281-4fbc-4670-b912-7be072a9d667">
      <Terms xmlns="http://schemas.microsoft.com/office/infopath/2007/PartnerControls"/>
    </lcf76f155ced4ddcb4097134ff3c332f>
    <TaxCatchAll xmlns="d9d7bf91-b5fb-4526-a0aa-704c980172b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F46017227CC4C9F91CE430CAF7FB2" ma:contentTypeVersion="13" ma:contentTypeDescription="Create a new document." ma:contentTypeScope="" ma:versionID="044aa50e7352548b0c5cd5fa8be43b6c">
  <xsd:schema xmlns:xsd="http://www.w3.org/2001/XMLSchema" xmlns:xs="http://www.w3.org/2001/XMLSchema" xmlns:p="http://schemas.microsoft.com/office/2006/metadata/properties" xmlns:ns2="ffd0f281-4fbc-4670-b912-7be072a9d667" xmlns:ns3="d9d7bf91-b5fb-4526-a0aa-704c980172bb" targetNamespace="http://schemas.microsoft.com/office/2006/metadata/properties" ma:root="true" ma:fieldsID="e779aa9211261958ba54b6fb7d1e2f54" ns2:_="" ns3:_="">
    <xsd:import namespace="ffd0f281-4fbc-4670-b912-7be072a9d667"/>
    <xsd:import namespace="d9d7bf91-b5fb-4526-a0aa-704c980172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d0f281-4fbc-4670-b912-7be072a9d6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7bf91-b5fb-4526-a0aa-704c980172b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813199d5-2fdf-41e1-a464-885f1f2d903c}" ma:internalName="TaxCatchAll" ma:showField="CatchAllData" ma:web="d9d7bf91-b5fb-4526-a0aa-704c980172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E1689B-0323-46EE-8083-CF5EE47EB5E1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dcmitype/"/>
    <ds:schemaRef ds:uri="ffd0f281-4fbc-4670-b912-7be072a9d667"/>
    <ds:schemaRef ds:uri="http://www.w3.org/XML/1998/namespace"/>
    <ds:schemaRef ds:uri="d9d7bf91-b5fb-4526-a0aa-704c980172bb"/>
    <ds:schemaRef ds:uri="http://schemas.openxmlformats.org/package/2006/metadata/core-properties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583C7EC-25C8-4472-9AFB-E044D98FEE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5A8776-A9BA-441A-B4D8-64213392B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d0f281-4fbc-4670-b912-7be072a9d667"/>
    <ds:schemaRef ds:uri="d9d7bf91-b5fb-4526-a0aa-704c980172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Orange widescreen_ROCKWELL</Template>
  <TotalTime>3943</TotalTime>
  <Words>2120</Words>
  <Application>Microsoft Macintosh PowerPoint</Application>
  <PresentationFormat>Widescreen</PresentationFormat>
  <Paragraphs>369</Paragraphs>
  <Slides>47</Slides>
  <Notes>43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3" baseType="lpstr">
      <vt:lpstr>Arial</vt:lpstr>
      <vt:lpstr>Calibri</vt:lpstr>
      <vt:lpstr>Courier New</vt:lpstr>
      <vt:lpstr>Open Sans</vt:lpstr>
      <vt:lpstr>Open Sans Light</vt:lpstr>
      <vt:lpstr>Open Sans Medium</vt:lpstr>
      <vt:lpstr>Open Sans SemiBold</vt:lpstr>
      <vt:lpstr>Rockwell</vt:lpstr>
      <vt:lpstr>Sora</vt:lpstr>
      <vt:lpstr>Sora SemiBold</vt:lpstr>
      <vt:lpstr>Wingdings</vt:lpstr>
      <vt:lpstr>University of Bristol (Main URL)</vt:lpstr>
      <vt:lpstr>University of Bristol (Custom URL)</vt:lpstr>
      <vt:lpstr>Master style</vt:lpstr>
      <vt:lpstr>1_Master style</vt:lpstr>
      <vt:lpstr>Microsoft Excel Worksheet</vt:lpstr>
      <vt:lpstr>PowerPoint Presentation</vt:lpstr>
      <vt:lpstr>Welcome to SEP!</vt:lpstr>
      <vt:lpstr>What will you do in this unit ?</vt:lpstr>
      <vt:lpstr>Who will teach you? </vt:lpstr>
      <vt:lpstr>Who else will you see? </vt:lpstr>
      <vt:lpstr>Teaching Assistant Mentors  (your mentors may vary)</vt:lpstr>
      <vt:lpstr>What this unit is NOT about</vt:lpstr>
      <vt:lpstr>What this unit is NOT about</vt:lpstr>
      <vt:lpstr>What this unit is NOT about</vt:lpstr>
      <vt:lpstr>Your code currently be like…</vt:lpstr>
      <vt:lpstr>Authentic learning</vt:lpstr>
      <vt:lpstr>PowerPoint Presentation</vt:lpstr>
      <vt:lpstr>How are you marked?</vt:lpstr>
      <vt:lpstr>Individual Learning Outcomes</vt:lpstr>
      <vt:lpstr>Assessed elements</vt:lpstr>
      <vt:lpstr>Handing over code to your clients </vt:lpstr>
      <vt:lpstr>Assessed Elements - metrics</vt:lpstr>
      <vt:lpstr>Formative feedback</vt:lpstr>
      <vt:lpstr>Formative feedback</vt:lpstr>
      <vt:lpstr>Formative feedback</vt:lpstr>
      <vt:lpstr>Team Agreement</vt:lpstr>
      <vt:lpstr>Team Effort</vt:lpstr>
      <vt:lpstr>Team Effort</vt:lpstr>
      <vt:lpstr>How to fail SEP</vt:lpstr>
      <vt:lpstr>You are allowed to make mistakes!</vt:lpstr>
      <vt:lpstr>Questions?</vt:lpstr>
      <vt:lpstr>How will you learn?</vt:lpstr>
      <vt:lpstr>How will you learn?</vt:lpstr>
      <vt:lpstr>How will you learn?</vt:lpstr>
      <vt:lpstr>What does ‘self-directed’ mean?</vt:lpstr>
      <vt:lpstr>What does ‘self-directed’ mean?</vt:lpstr>
      <vt:lpstr>What does ‘self-directed’ mean?</vt:lpstr>
      <vt:lpstr>What resources will you have?</vt:lpstr>
      <vt:lpstr>Who are the mentors?</vt:lpstr>
      <vt:lpstr>Who are the mentors?</vt:lpstr>
      <vt:lpstr>AI Policy</vt:lpstr>
      <vt:lpstr>Questions?</vt:lpstr>
      <vt:lpstr>How do we decide the teams?</vt:lpstr>
      <vt:lpstr>The Projects</vt:lpstr>
      <vt:lpstr>Choosing Projects</vt:lpstr>
      <vt:lpstr>Forming Groups</vt:lpstr>
      <vt:lpstr>Choosing Projects</vt:lpstr>
      <vt:lpstr>Choosing Projects</vt:lpstr>
      <vt:lpstr>Questions?</vt:lpstr>
      <vt:lpstr>Dates – next two weeks</vt:lpstr>
      <vt:lpstr>Some tips!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Product Engineering</dc:title>
  <dc:creator>Simon Lock</dc:creator>
  <cp:lastModifiedBy>Daniel Schien</cp:lastModifiedBy>
  <cp:revision>2</cp:revision>
  <cp:lastPrinted>1601-01-01T00:00:00Z</cp:lastPrinted>
  <dcterms:created xsi:type="dcterms:W3CDTF">2018-09-30T13:12:36Z</dcterms:created>
  <dcterms:modified xsi:type="dcterms:W3CDTF">2026-09-21T11:47:37Z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0x01010054EF46017227CC4C9F91CE430CAF7FB2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TriggerFlowInfo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xd_Signature">
    <vt:bool>false</vt:bool>
  </property>
  <property fmtid="{D5CDD505-2E9C-101B-9397-08002B2CF9AE}" pid="9" name="xd_ProgID">
    <vt:lpwstr/>
  </property>
</Properties>
</file>